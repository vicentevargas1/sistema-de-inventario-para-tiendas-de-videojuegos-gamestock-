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DAEDBC-DF3E-4493-B82B-E4FFC45F0919}" v="1" dt="2026-06-30T04:26:48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ente Vargas" userId="c61a9f73193c7e5d" providerId="LiveId" clId="{DEC01DA5-8198-47DF-AE35-8D6A85D15581}"/>
    <pc:docChg chg="undo custSel addSld modSld">
      <pc:chgData name="Vicente Vargas" userId="c61a9f73193c7e5d" providerId="LiveId" clId="{DEC01DA5-8198-47DF-AE35-8D6A85D15581}" dt="2026-06-30T04:28:47.956" v="167" actId="20577"/>
      <pc:docMkLst>
        <pc:docMk/>
      </pc:docMkLst>
      <pc:sldChg chg="addSp delSp modSp mod modAnim">
        <pc:chgData name="Vicente Vargas" userId="c61a9f73193c7e5d" providerId="LiveId" clId="{DEC01DA5-8198-47DF-AE35-8D6A85D15581}" dt="2026-06-30T04:26:48.025" v="71"/>
        <pc:sldMkLst>
          <pc:docMk/>
          <pc:sldMk cId="3019902453" sldId="256"/>
        </pc:sldMkLst>
        <pc:spChg chg="mod">
          <ac:chgData name="Vicente Vargas" userId="c61a9f73193c7e5d" providerId="LiveId" clId="{DEC01DA5-8198-47DF-AE35-8D6A85D15581}" dt="2026-06-29T22:00:54.652" v="3" actId="20577"/>
          <ac:spMkLst>
            <pc:docMk/>
            <pc:sldMk cId="3019902453" sldId="256"/>
            <ac:spMk id="7" creationId="{126B5BDD-3522-B5C8-F863-1205E71566F2}"/>
          </ac:spMkLst>
        </pc:spChg>
        <pc:spChg chg="add">
          <ac:chgData name="Vicente Vargas" userId="c61a9f73193c7e5d" providerId="LiveId" clId="{DEC01DA5-8198-47DF-AE35-8D6A85D15581}" dt="2026-06-30T01:58:38.976" v="5"/>
          <ac:spMkLst>
            <pc:docMk/>
            <pc:sldMk cId="3019902453" sldId="256"/>
            <ac:spMk id="32" creationId="{819AD41F-1CC7-9959-1902-486ED2ECFA51}"/>
          </ac:spMkLst>
        </pc:spChg>
        <pc:spChg chg="add del mod">
          <ac:chgData name="Vicente Vargas" userId="c61a9f73193c7e5d" providerId="LiveId" clId="{DEC01DA5-8198-47DF-AE35-8D6A85D15581}" dt="2026-06-30T01:58:47.234" v="10" actId="22"/>
          <ac:spMkLst>
            <pc:docMk/>
            <pc:sldMk cId="3019902453" sldId="256"/>
            <ac:spMk id="35" creationId="{95E953CD-A0F3-94DF-A688-D75AEB9338A0}"/>
          </ac:spMkLst>
        </pc:spChg>
        <pc:picChg chg="add mod">
          <ac:chgData name="Vicente Vargas" userId="c61a9f73193c7e5d" providerId="LiveId" clId="{DEC01DA5-8198-47DF-AE35-8D6A85D15581}" dt="2026-06-30T01:59:06.045" v="15" actId="1076"/>
          <ac:picMkLst>
            <pc:docMk/>
            <pc:sldMk cId="3019902453" sldId="256"/>
            <ac:picMk id="36" creationId="{9B84E331-39D4-6072-C52F-F0FEB4939979}"/>
          </ac:picMkLst>
        </pc:picChg>
      </pc:sldChg>
      <pc:sldChg chg="addSp delSp modSp mod">
        <pc:chgData name="Vicente Vargas" userId="c61a9f73193c7e5d" providerId="LiveId" clId="{DEC01DA5-8198-47DF-AE35-8D6A85D15581}" dt="2026-06-30T01:59:35.706" v="25" actId="22"/>
        <pc:sldMkLst>
          <pc:docMk/>
          <pc:sldMk cId="4002680965" sldId="257"/>
        </pc:sldMkLst>
        <pc:picChg chg="add del mod">
          <ac:chgData name="Vicente Vargas" userId="c61a9f73193c7e5d" providerId="LiveId" clId="{DEC01DA5-8198-47DF-AE35-8D6A85D15581}" dt="2026-06-30T01:59:30.346" v="24" actId="21"/>
          <ac:picMkLst>
            <pc:docMk/>
            <pc:sldMk cId="4002680965" sldId="257"/>
            <ac:picMk id="5" creationId="{A18D84CD-5E4A-5AA6-3F24-85130C178B4C}"/>
          </ac:picMkLst>
        </pc:picChg>
        <pc:picChg chg="add">
          <ac:chgData name="Vicente Vargas" userId="c61a9f73193c7e5d" providerId="LiveId" clId="{DEC01DA5-8198-47DF-AE35-8D6A85D15581}" dt="2026-06-30T01:59:35.706" v="25" actId="22"/>
          <ac:picMkLst>
            <pc:docMk/>
            <pc:sldMk cId="4002680965" sldId="257"/>
            <ac:picMk id="7" creationId="{72E19BF3-88AB-75EA-EEC5-983E257708C0}"/>
          </ac:picMkLst>
        </pc:picChg>
      </pc:sldChg>
      <pc:sldChg chg="addSp modSp mod">
        <pc:chgData name="Vicente Vargas" userId="c61a9f73193c7e5d" providerId="LiveId" clId="{DEC01DA5-8198-47DF-AE35-8D6A85D15581}" dt="2026-06-30T04:27:57.868" v="91" actId="20577"/>
        <pc:sldMkLst>
          <pc:docMk/>
          <pc:sldMk cId="731066628" sldId="258"/>
        </pc:sldMkLst>
        <pc:spChg chg="mod">
          <ac:chgData name="Vicente Vargas" userId="c61a9f73193c7e5d" providerId="LiveId" clId="{DEC01DA5-8198-47DF-AE35-8D6A85D15581}" dt="2026-06-30T04:27:57.868" v="91" actId="20577"/>
          <ac:spMkLst>
            <pc:docMk/>
            <pc:sldMk cId="731066628" sldId="258"/>
            <ac:spMk id="2" creationId="{2144EF11-6335-D9F6-3578-E6A2F6805C0F}"/>
          </ac:spMkLst>
        </pc:spChg>
        <pc:picChg chg="add">
          <ac:chgData name="Vicente Vargas" userId="c61a9f73193c7e5d" providerId="LiveId" clId="{DEC01DA5-8198-47DF-AE35-8D6A85D15581}" dt="2026-06-30T01:59:38.492" v="26" actId="22"/>
          <ac:picMkLst>
            <pc:docMk/>
            <pc:sldMk cId="731066628" sldId="258"/>
            <ac:picMk id="10" creationId="{AE061157-0DAD-9E00-1FD2-238B72CBDD4C}"/>
          </ac:picMkLst>
        </pc:picChg>
      </pc:sldChg>
      <pc:sldChg chg="addSp modSp mod">
        <pc:chgData name="Vicente Vargas" userId="c61a9f73193c7e5d" providerId="LiveId" clId="{DEC01DA5-8198-47DF-AE35-8D6A85D15581}" dt="2026-06-30T04:28:47.956" v="167" actId="20577"/>
        <pc:sldMkLst>
          <pc:docMk/>
          <pc:sldMk cId="1809467946" sldId="259"/>
        </pc:sldMkLst>
        <pc:spChg chg="mod">
          <ac:chgData name="Vicente Vargas" userId="c61a9f73193c7e5d" providerId="LiveId" clId="{DEC01DA5-8198-47DF-AE35-8D6A85D15581}" dt="2026-06-30T04:28:47.956" v="167" actId="20577"/>
          <ac:spMkLst>
            <pc:docMk/>
            <pc:sldMk cId="1809467946" sldId="259"/>
            <ac:spMk id="2" creationId="{84820122-0ACE-95C5-61B2-A475CDFF239D}"/>
          </ac:spMkLst>
        </pc:spChg>
        <pc:picChg chg="add">
          <ac:chgData name="Vicente Vargas" userId="c61a9f73193c7e5d" providerId="LiveId" clId="{DEC01DA5-8198-47DF-AE35-8D6A85D15581}" dt="2026-06-30T01:59:40.646" v="27" actId="22"/>
          <ac:picMkLst>
            <pc:docMk/>
            <pc:sldMk cId="1809467946" sldId="259"/>
            <ac:picMk id="7" creationId="{AF6BD262-F398-C79D-562D-DB7F33F777BB}"/>
          </ac:picMkLst>
        </pc:picChg>
      </pc:sldChg>
      <pc:sldChg chg="addSp mod">
        <pc:chgData name="Vicente Vargas" userId="c61a9f73193c7e5d" providerId="LiveId" clId="{DEC01DA5-8198-47DF-AE35-8D6A85D15581}" dt="2026-06-30T01:59:44.270" v="28" actId="22"/>
        <pc:sldMkLst>
          <pc:docMk/>
          <pc:sldMk cId="2459926944" sldId="260"/>
        </pc:sldMkLst>
        <pc:picChg chg="add">
          <ac:chgData name="Vicente Vargas" userId="c61a9f73193c7e5d" providerId="LiveId" clId="{DEC01DA5-8198-47DF-AE35-8D6A85D15581}" dt="2026-06-30T01:59:44.270" v="28" actId="22"/>
          <ac:picMkLst>
            <pc:docMk/>
            <pc:sldMk cId="2459926944" sldId="260"/>
            <ac:picMk id="8" creationId="{71CE49B5-5220-CA8F-799D-93621E29B488}"/>
          </ac:picMkLst>
        </pc:picChg>
      </pc:sldChg>
      <pc:sldChg chg="addSp mod">
        <pc:chgData name="Vicente Vargas" userId="c61a9f73193c7e5d" providerId="LiveId" clId="{DEC01DA5-8198-47DF-AE35-8D6A85D15581}" dt="2026-06-30T01:59:46.236" v="29" actId="22"/>
        <pc:sldMkLst>
          <pc:docMk/>
          <pc:sldMk cId="2020834531" sldId="261"/>
        </pc:sldMkLst>
        <pc:picChg chg="add">
          <ac:chgData name="Vicente Vargas" userId="c61a9f73193c7e5d" providerId="LiveId" clId="{DEC01DA5-8198-47DF-AE35-8D6A85D15581}" dt="2026-06-30T01:59:46.236" v="29" actId="22"/>
          <ac:picMkLst>
            <pc:docMk/>
            <pc:sldMk cId="2020834531" sldId="261"/>
            <ac:picMk id="8" creationId="{2A8B8E3E-1D1A-609B-79C6-A463E5EFD48E}"/>
          </ac:picMkLst>
        </pc:picChg>
      </pc:sldChg>
      <pc:sldChg chg="addSp mod">
        <pc:chgData name="Vicente Vargas" userId="c61a9f73193c7e5d" providerId="LiveId" clId="{DEC01DA5-8198-47DF-AE35-8D6A85D15581}" dt="2026-06-30T01:59:48.278" v="30" actId="22"/>
        <pc:sldMkLst>
          <pc:docMk/>
          <pc:sldMk cId="592200217" sldId="262"/>
        </pc:sldMkLst>
        <pc:picChg chg="add">
          <ac:chgData name="Vicente Vargas" userId="c61a9f73193c7e5d" providerId="LiveId" clId="{DEC01DA5-8198-47DF-AE35-8D6A85D15581}" dt="2026-06-30T01:59:48.278" v="30" actId="22"/>
          <ac:picMkLst>
            <pc:docMk/>
            <pc:sldMk cId="592200217" sldId="262"/>
            <ac:picMk id="101" creationId="{52398790-1EAA-D046-F3D6-DCA817E7ABEE}"/>
          </ac:picMkLst>
        </pc:picChg>
      </pc:sldChg>
      <pc:sldChg chg="addSp delSp modSp new mod setBg">
        <pc:chgData name="Vicente Vargas" userId="c61a9f73193c7e5d" providerId="LiveId" clId="{DEC01DA5-8198-47DF-AE35-8D6A85D15581}" dt="2026-06-30T04:26:29.126" v="70" actId="14100"/>
        <pc:sldMkLst>
          <pc:docMk/>
          <pc:sldMk cId="128464145" sldId="263"/>
        </pc:sldMkLst>
        <pc:spChg chg="mod">
          <ac:chgData name="Vicente Vargas" userId="c61a9f73193c7e5d" providerId="LiveId" clId="{DEC01DA5-8198-47DF-AE35-8D6A85D15581}" dt="2026-06-30T04:26:29.126" v="70" actId="14100"/>
          <ac:spMkLst>
            <pc:docMk/>
            <pc:sldMk cId="128464145" sldId="263"/>
            <ac:spMk id="2" creationId="{80987AE9-A059-ADF6-288C-8EBD2454F3EE}"/>
          </ac:spMkLst>
        </pc:spChg>
        <pc:spChg chg="del">
          <ac:chgData name="Vicente Vargas" userId="c61a9f73193c7e5d" providerId="LiveId" clId="{DEC01DA5-8198-47DF-AE35-8D6A85D15581}" dt="2026-06-30T02:01:16.190" v="32" actId="26606"/>
          <ac:spMkLst>
            <pc:docMk/>
            <pc:sldMk cId="128464145" sldId="263"/>
            <ac:spMk id="3" creationId="{1320497C-9112-5EA9-BDAE-9130B484BE5E}"/>
          </ac:spMkLst>
        </pc:spChg>
        <pc:spChg chg="add">
          <ac:chgData name="Vicente Vargas" userId="c61a9f73193c7e5d" providerId="LiveId" clId="{DEC01DA5-8198-47DF-AE35-8D6A85D15581}" dt="2026-06-30T02:01:16.190" v="32" actId="26606"/>
          <ac:spMkLst>
            <pc:docMk/>
            <pc:sldMk cId="128464145" sldId="263"/>
            <ac:spMk id="34" creationId="{10CE3618-1D7A-4256-B2AF-9DB692996C65}"/>
          </ac:spMkLst>
        </pc:spChg>
        <pc:spChg chg="add">
          <ac:chgData name="Vicente Vargas" userId="c61a9f73193c7e5d" providerId="LiveId" clId="{DEC01DA5-8198-47DF-AE35-8D6A85D15581}" dt="2026-06-30T02:01:16.190" v="32" actId="26606"/>
          <ac:spMkLst>
            <pc:docMk/>
            <pc:sldMk cId="128464145" sldId="263"/>
            <ac:spMk id="57" creationId="{3F39476B-1A6D-47CB-AC7A-FB87EF003323}"/>
          </ac:spMkLst>
        </pc:spChg>
        <pc:grpChg chg="add">
          <ac:chgData name="Vicente Vargas" userId="c61a9f73193c7e5d" providerId="LiveId" clId="{DEC01DA5-8198-47DF-AE35-8D6A85D15581}" dt="2026-06-30T02:01:16.190" v="32" actId="26606"/>
          <ac:grpSpMkLst>
            <pc:docMk/>
            <pc:sldMk cId="128464145" sldId="263"/>
            <ac:grpSpMk id="8" creationId="{84DB7353-7D7A-431B-A5B6-A3845E6F2BB2}"/>
          </ac:grpSpMkLst>
        </pc:grpChg>
        <pc:grpChg chg="add">
          <ac:chgData name="Vicente Vargas" userId="c61a9f73193c7e5d" providerId="LiveId" clId="{DEC01DA5-8198-47DF-AE35-8D6A85D15581}" dt="2026-06-30T02:01:16.190" v="32" actId="26606"/>
          <ac:grpSpMkLst>
            <pc:docMk/>
            <pc:sldMk cId="128464145" sldId="263"/>
            <ac:grpSpMk id="29" creationId="{1B24766B-81CA-44C7-BF11-77A12BA42411}"/>
          </ac:grpSpMkLst>
        </pc:grpChg>
        <pc:grpChg chg="add">
          <ac:chgData name="Vicente Vargas" userId="c61a9f73193c7e5d" providerId="LiveId" clId="{DEC01DA5-8198-47DF-AE35-8D6A85D15581}" dt="2026-06-30T02:01:16.190" v="32" actId="26606"/>
          <ac:grpSpMkLst>
            <pc:docMk/>
            <pc:sldMk cId="128464145" sldId="263"/>
            <ac:grpSpMk id="36" creationId="{D91A9185-A7D5-460B-98BC-0BF2EBD3EEBE}"/>
          </ac:grpSpMkLst>
        </pc:grpChg>
        <pc:picChg chg="add">
          <ac:chgData name="Vicente Vargas" userId="c61a9f73193c7e5d" providerId="LiveId" clId="{DEC01DA5-8198-47DF-AE35-8D6A85D15581}" dt="2026-06-30T02:02:23.655" v="67" actId="22"/>
          <ac:picMkLst>
            <pc:docMk/>
            <pc:sldMk cId="128464145" sldId="263"/>
            <ac:picMk id="5" creationId="{DE6B3572-49DE-E6D9-03C8-6B26796CA7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873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378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274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9067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504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720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734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766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411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700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727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1C414-71BA-42A8-B221-93AA1ADE948C}" type="datetimeFigureOut">
              <a:rPr lang="es-CL" smtClean="0"/>
              <a:t>29-06-2026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EE7E9-3B3C-4C6C-926A-8B91FAB65A1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146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B029B82E-722D-45BB-B34F-D4423CBF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F7980BB-894F-43B4-B764-9CE95DEF8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2" name="Freeform 5">
              <a:extLst>
                <a:ext uri="{FF2B5EF4-FFF2-40B4-BE49-F238E27FC236}">
                  <a16:creationId xmlns:a16="http://schemas.microsoft.com/office/drawing/2014/main" id="{D6D9E82D-9E8F-4365-8DD3-F87F575AF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1CD7CE6C-6D35-4CDB-8C9B-3749731FB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">
              <a:extLst>
                <a:ext uri="{FF2B5EF4-FFF2-40B4-BE49-F238E27FC236}">
                  <a16:creationId xmlns:a16="http://schemas.microsoft.com/office/drawing/2014/main" id="{1D897CC5-D9DC-4B84-8FEE-769DDB3ED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">
              <a:extLst>
                <a:ext uri="{FF2B5EF4-FFF2-40B4-BE49-F238E27FC236}">
                  <a16:creationId xmlns:a16="http://schemas.microsoft.com/office/drawing/2014/main" id="{A7F9F68E-05A6-4B4F-A9C4-99F56BA4D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9">
              <a:extLst>
                <a:ext uri="{FF2B5EF4-FFF2-40B4-BE49-F238E27FC236}">
                  <a16:creationId xmlns:a16="http://schemas.microsoft.com/office/drawing/2014/main" id="{FE459AB8-6C83-4017-AD7E-34DDCC29B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0">
              <a:extLst>
                <a:ext uri="{FF2B5EF4-FFF2-40B4-BE49-F238E27FC236}">
                  <a16:creationId xmlns:a16="http://schemas.microsoft.com/office/drawing/2014/main" id="{7E35D375-D544-4AA6-B2C0-AECF72D6D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1">
              <a:extLst>
                <a:ext uri="{FF2B5EF4-FFF2-40B4-BE49-F238E27FC236}">
                  <a16:creationId xmlns:a16="http://schemas.microsoft.com/office/drawing/2014/main" id="{330D17F1-A1B0-40BD-8617-EE4D6750C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B66F0F2E-CF96-4F3A-B20B-7A67FED93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3">
              <a:extLst>
                <a:ext uri="{FF2B5EF4-FFF2-40B4-BE49-F238E27FC236}">
                  <a16:creationId xmlns:a16="http://schemas.microsoft.com/office/drawing/2014/main" id="{6A12D58E-271D-4783-99B0-2C1098B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4">
              <a:extLst>
                <a:ext uri="{FF2B5EF4-FFF2-40B4-BE49-F238E27FC236}">
                  <a16:creationId xmlns:a16="http://schemas.microsoft.com/office/drawing/2014/main" id="{F9B86422-0052-4CDC-906A-A0991A290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5">
              <a:extLst>
                <a:ext uri="{FF2B5EF4-FFF2-40B4-BE49-F238E27FC236}">
                  <a16:creationId xmlns:a16="http://schemas.microsoft.com/office/drawing/2014/main" id="{C6847113-CFAE-4362-A26F-0B1D18996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2AD566C5-BF8B-4C51-82C6-4633CAE5B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7">
              <a:extLst>
                <a:ext uri="{FF2B5EF4-FFF2-40B4-BE49-F238E27FC236}">
                  <a16:creationId xmlns:a16="http://schemas.microsoft.com/office/drawing/2014/main" id="{F156CA36-0366-443D-9A53-7806BDE20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8">
              <a:extLst>
                <a:ext uri="{FF2B5EF4-FFF2-40B4-BE49-F238E27FC236}">
                  <a16:creationId xmlns:a16="http://schemas.microsoft.com/office/drawing/2014/main" id="{E854E694-6F0F-4143-B88B-DE4C9E02E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9">
              <a:extLst>
                <a:ext uri="{FF2B5EF4-FFF2-40B4-BE49-F238E27FC236}">
                  <a16:creationId xmlns:a16="http://schemas.microsoft.com/office/drawing/2014/main" id="{65CBB851-7142-4AAB-8038-999CAB8CE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20">
              <a:extLst>
                <a:ext uri="{FF2B5EF4-FFF2-40B4-BE49-F238E27FC236}">
                  <a16:creationId xmlns:a16="http://schemas.microsoft.com/office/drawing/2014/main" id="{5560487F-527D-416F-A6A5-16BC6F626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21">
              <a:extLst>
                <a:ext uri="{FF2B5EF4-FFF2-40B4-BE49-F238E27FC236}">
                  <a16:creationId xmlns:a16="http://schemas.microsoft.com/office/drawing/2014/main" id="{1F3D29D7-04A7-4C39-ABC0-CCFFE39BD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2">
              <a:extLst>
                <a:ext uri="{FF2B5EF4-FFF2-40B4-BE49-F238E27FC236}">
                  <a16:creationId xmlns:a16="http://schemas.microsoft.com/office/drawing/2014/main" id="{AB11EF01-3B4E-41D2-9E08-0106F319A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23">
              <a:extLst>
                <a:ext uri="{FF2B5EF4-FFF2-40B4-BE49-F238E27FC236}">
                  <a16:creationId xmlns:a16="http://schemas.microsoft.com/office/drawing/2014/main" id="{9E2C3217-DC0B-4F91-9F62-A04CDEB2F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6C5BAF7C-8FBA-DDEF-2973-C538E2E2C0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4964"/>
          <a:stretch>
            <a:fillRect/>
          </a:stretch>
        </p:blipFill>
        <p:spPr>
          <a:xfrm>
            <a:off x="20" y="227"/>
            <a:ext cx="4637303" cy="6858000"/>
          </a:xfrm>
          <a:prstGeom prst="rect">
            <a:avLst/>
          </a:prstGeom>
          <a:ln w="9525">
            <a:noFill/>
          </a:ln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F2B7CF55-CC81-4559-9768-354C7462D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55064" y="1186483"/>
            <a:ext cx="5941686" cy="4477933"/>
            <a:chOff x="807084" y="1186483"/>
            <a:chExt cx="5941686" cy="4477933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FDAF335-846C-48F5-A261-6D242B1ED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780" y="1186483"/>
              <a:ext cx="5940295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Isosceles Triangle 39">
              <a:extLst>
                <a:ext uri="{FF2B5EF4-FFF2-40B4-BE49-F238E27FC236}">
                  <a16:creationId xmlns:a16="http://schemas.microsoft.com/office/drawing/2014/main" id="{598CCBBA-616E-4339-A7DE-6168CEEE5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574311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FDCDAE4-2A39-4204-B094-CA4F1493D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084" y="1991156"/>
              <a:ext cx="5941686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B297933-8706-C7E4-E85F-BD2E610DC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3394" y="2075504"/>
            <a:ext cx="5769989" cy="1161027"/>
          </a:xfrm>
        </p:spPr>
        <p:txBody>
          <a:bodyPr>
            <a:normAutofit fontScale="90000"/>
          </a:bodyPr>
          <a:lstStyle/>
          <a:p>
            <a:r>
              <a:rPr lang="es-CL" sz="4200" dirty="0"/>
              <a:t>Presentación Proyecto APT</a:t>
            </a:r>
            <a:br>
              <a:rPr lang="es-CL" sz="4200" dirty="0"/>
            </a:br>
            <a:r>
              <a:rPr lang="es-CL" sz="4200" dirty="0"/>
              <a:t>XP Inventory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43BF03-E036-17A3-BC79-F10E40073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0518" y="3566919"/>
            <a:ext cx="2878721" cy="1694221"/>
          </a:xfrm>
        </p:spPr>
        <p:txBody>
          <a:bodyPr>
            <a:normAutofit lnSpcReduction="10000"/>
          </a:bodyPr>
          <a:lstStyle/>
          <a:p>
            <a:endParaRPr lang="es-CL" sz="1900" b="1" dirty="0"/>
          </a:p>
          <a:p>
            <a:r>
              <a:rPr lang="es-CL" sz="1900" b="1" dirty="0"/>
              <a:t>Integrante:</a:t>
            </a:r>
            <a:br>
              <a:rPr lang="es-CL" sz="4000" dirty="0"/>
            </a:br>
            <a:endParaRPr lang="es-CL" sz="4000" dirty="0"/>
          </a:p>
          <a:p>
            <a:r>
              <a:rPr lang="es-CL" dirty="0"/>
              <a:t>- Vicente Vargas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126B5BDD-3522-B5C8-F863-1205E71566F2}"/>
              </a:ext>
            </a:extLst>
          </p:cNvPr>
          <p:cNvSpPr txBox="1">
            <a:spLocks/>
          </p:cNvSpPr>
          <p:nvPr/>
        </p:nvSpPr>
        <p:spPr>
          <a:xfrm>
            <a:off x="5831414" y="3915896"/>
            <a:ext cx="2630820" cy="134524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b="0" kern="1200">
                <a:solidFill>
                  <a:srgbClr val="FFFEFF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CL" b="1" dirty="0"/>
              <a:t>Fecha</a:t>
            </a:r>
            <a:r>
              <a:rPr lang="es-CL" dirty="0"/>
              <a:t>: 30/06/2026</a:t>
            </a:r>
            <a:br>
              <a:rPr lang="es-CL" dirty="0"/>
            </a:br>
            <a:br>
              <a:rPr lang="es-CL" dirty="0"/>
            </a:br>
            <a:endParaRPr lang="es-CL" dirty="0"/>
          </a:p>
          <a:p>
            <a:r>
              <a:rPr lang="es-CL" b="1" dirty="0"/>
              <a:t>Docente</a:t>
            </a:r>
            <a:r>
              <a:rPr lang="es-CL" dirty="0"/>
              <a:t>: Karla Marilyn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19AD41F-1CC7-9959-1902-486ED2ECFA51}"/>
              </a:ext>
            </a:extLst>
          </p:cNvPr>
          <p:cNvSpPr txBox="1"/>
          <p:nvPr/>
        </p:nvSpPr>
        <p:spPr>
          <a:xfrm>
            <a:off x="2989007" y="3010818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36" name="Imagen 35" descr="Duoc UC - The Genius Choice">
            <a:extLst>
              <a:ext uri="{FF2B5EF4-FFF2-40B4-BE49-F238E27FC236}">
                <a16:creationId xmlns:a16="http://schemas.microsoft.com/office/drawing/2014/main" id="{9B84E331-39D4-6072-C52F-F0FEB4939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98E8958-A0BD-4366-8F61-3A496C51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45862C-E73D-4EFB-9DD5-8A5E3473E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D2676ED1-2492-46B6-88D6-C9ED257B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58A42DCC-C6BA-4B68-9FC4-FEE65399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F81ED05C-778D-41F3-9C0E-6DE1D668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EE063861-F6FC-4CC1-A77E-5993E5E25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7E1DA2FC-6137-4EC4-B9F4-72264C39D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BFE9E3A7-993F-401D-8B16-53BFC6FA2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23757125-5D70-4D7A-B223-2FFC51F5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03C4207E-9457-436F-B9A0-C3CAEBF81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64EE9697-E49F-4E62-8318-9E2DBC6E7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0800120F-70F4-4696-BAFB-BBC0BC576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8D1E1ADB-5BAA-49F4-BE24-044E94104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9D410413-BDE6-4A4E-930A-0ACBBF8CD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0EBF657D-5B37-4F84-8833-C569EAB90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A2DBF00E-BE35-44EC-A95B-8B2EE9233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BA2C8141-5135-467E-B940-D3836B16E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44991C1A-45E7-45C6-8816-BFEDFFCCB7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B88BEC13-903F-4318-B5AB-DC23ED2ED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41E259CE-D2C5-4FBC-9FAE-5AB0BBD0E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495CB679-05D8-44D1-8218-C52552952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DFCC6878-2DB4-4497-B668-E75220A20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36254A6B-DCFA-42AD-906C-C43E2CAE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1429180E-866D-447C-A170-484000E48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047102"/>
            <a:ext cx="5936885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Isosceles Triangle 22">
            <a:extLst>
              <a:ext uri="{FF2B5EF4-FFF2-40B4-BE49-F238E27FC236}">
                <a16:creationId xmlns:a16="http://schemas.microsoft.com/office/drawing/2014/main" id="{FEE51AA4-287D-4CB8-8CD4-D6986106F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2131" y="5546507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177ACA7-E71A-4888-9EBD-074801D88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634393"/>
            <a:ext cx="5935796" cy="3917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9FBFEE-2705-882E-5750-CC43577C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78" y="1718735"/>
            <a:ext cx="5767566" cy="878389"/>
          </a:xfrm>
        </p:spPr>
        <p:txBody>
          <a:bodyPr anchor="ctr">
            <a:normAutofit fontScale="90000"/>
          </a:bodyPr>
          <a:lstStyle/>
          <a:p>
            <a:r>
              <a:rPr lang="es-CL" sz="3600" dirty="0"/>
              <a:t>PROBLEMATICA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3DEA6B-30A7-057E-E02B-81C0E72FC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02" y="2587599"/>
            <a:ext cx="5768442" cy="28852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CL" sz="3000" dirty="0">
                <a:solidFill>
                  <a:srgbClr val="FFFFFE"/>
                </a:solidFill>
              </a:rPr>
              <a:t>El problema surge de la necesidad de mejorar la gestión y organización de videojuegos, tanto en pequeñas tiendas como en colecciones personales. La falta de herramientas simples y eficientes para controlar inventarios y bibliotecas de juegos puede generar desorden y perdida de información. Por ello, se desarrollo una aplicación web que facilitara la administración y exploración de videojuegos de manera organizada</a:t>
            </a:r>
          </a:p>
          <a:p>
            <a:pPr marL="0" indent="0">
              <a:buNone/>
            </a:pPr>
            <a:endParaRPr lang="en-US" sz="1600" dirty="0">
              <a:solidFill>
                <a:srgbClr val="FFFFFE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2DF6337-9683-4A06-B3D5-CB22C7F4F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9862" y="-6706"/>
            <a:ext cx="4642138" cy="6871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 descr="Crash Bandicoot PNG Transparent Images">
            <a:extLst>
              <a:ext uri="{FF2B5EF4-FFF2-40B4-BE49-F238E27FC236}">
                <a16:creationId xmlns:a16="http://schemas.microsoft.com/office/drawing/2014/main" id="{D65FA602-49EB-19B8-66AF-EC3199EDC8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4335"/>
          <a:stretch>
            <a:fillRect/>
          </a:stretch>
        </p:blipFill>
        <p:spPr>
          <a:xfrm>
            <a:off x="7876652" y="485681"/>
            <a:ext cx="3990545" cy="5895780"/>
          </a:xfrm>
          <a:prstGeom prst="rect">
            <a:avLst/>
          </a:prstGeom>
        </p:spPr>
      </p:pic>
      <p:pic>
        <p:nvPicPr>
          <p:cNvPr id="7" name="Imagen 6" descr="Duoc UC - The Genius Choice">
            <a:extLst>
              <a:ext uri="{FF2B5EF4-FFF2-40B4-BE49-F238E27FC236}">
                <a16:creationId xmlns:a16="http://schemas.microsoft.com/office/drawing/2014/main" id="{72E19BF3-88AB-75EA-EEC5-983E25770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8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98E8958-A0BD-4366-8F61-3A496C51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45862C-E73D-4EFB-9DD5-8A5E3473E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2676ED1-2492-46B6-88D6-C9ED257B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58A42DCC-C6BA-4B68-9FC4-FEE65399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81ED05C-778D-41F3-9C0E-6DE1D668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EE063861-F6FC-4CC1-A77E-5993E5E25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E1DA2FC-6137-4EC4-B9F4-72264C39D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BFE9E3A7-993F-401D-8B16-53BFC6FA2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23757125-5D70-4D7A-B223-2FFC51F5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03C4207E-9457-436F-B9A0-C3CAEBF81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64EE9697-E49F-4E62-8318-9E2DBC6E7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0800120F-70F4-4696-BAFB-BBC0BC576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8D1E1ADB-5BAA-49F4-BE24-044E94104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9D410413-BDE6-4A4E-930A-0ACBBF8CD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0EBF657D-5B37-4F84-8833-C569EAB90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A2DBF00E-BE35-44EC-A95B-8B2EE9233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BA2C8141-5135-467E-B940-D3836B16E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44991C1A-45E7-45C6-8816-BFEDFFCCB7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B88BEC13-903F-4318-B5AB-DC23ED2ED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41E259CE-D2C5-4FBC-9FAE-5AB0BBD0E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495CB679-05D8-44D1-8218-C52552952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DFCC6878-2DB4-4497-B668-E75220A20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36254A6B-DCFA-42AD-906C-C43E2CAE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429180E-866D-447C-A170-484000E48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047102"/>
            <a:ext cx="5936885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22">
            <a:extLst>
              <a:ext uri="{FF2B5EF4-FFF2-40B4-BE49-F238E27FC236}">
                <a16:creationId xmlns:a16="http://schemas.microsoft.com/office/drawing/2014/main" id="{FEE51AA4-287D-4CB8-8CD4-D6986106F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2131" y="5546507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177ACA7-E71A-4888-9EBD-074801D88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634393"/>
            <a:ext cx="5935796" cy="3917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44EF11-6335-D9F6-3578-E6A2F680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78" y="1718735"/>
            <a:ext cx="5767566" cy="670504"/>
          </a:xfrm>
        </p:spPr>
        <p:txBody>
          <a:bodyPr anchor="ctr">
            <a:normAutofit fontScale="90000"/>
          </a:bodyPr>
          <a:lstStyle/>
          <a:p>
            <a:r>
              <a:rPr lang="es-CL" sz="3600" dirty="0"/>
              <a:t>OBJETIVO GENERAL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0DAB8AB-68E8-7C1B-D2C6-0A8AA639D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02" y="2395944"/>
            <a:ext cx="5784586" cy="341495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Objetivo general:</a:t>
            </a:r>
          </a:p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Desarrollar una aplicación web que permita gestionar, explorar y organizar información relacionada con videojuegos.</a:t>
            </a:r>
          </a:p>
          <a:p>
            <a:pPr marL="0" indent="0">
              <a:buNone/>
            </a:pPr>
            <a:endParaRPr lang="es-CL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Objetivos específicos:</a:t>
            </a:r>
          </a:p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Implementar un sistema de autenticación de usuarios.</a:t>
            </a:r>
          </a:p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Permitir la gestión de videojuegos mediante operaciones CRUD.</a:t>
            </a:r>
          </a:p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Incorporar un sistema de favoritos y listas personalizadas.</a:t>
            </a:r>
          </a:p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Implementar reseñas y valoraciones de videojuegos.</a:t>
            </a:r>
          </a:p>
          <a:p>
            <a:pPr marL="0" indent="0">
              <a:buNone/>
            </a:pPr>
            <a:r>
              <a:rPr lang="es-CL" sz="5600" dirty="0">
                <a:solidFill>
                  <a:schemeClr val="bg1"/>
                </a:solidFill>
              </a:rPr>
              <a:t>Facilitar la búsqueda y exploración de contenido.</a:t>
            </a:r>
          </a:p>
          <a:p>
            <a:pPr marL="0" indent="0">
              <a:buNone/>
            </a:pPr>
            <a:endParaRPr lang="es-CL" sz="1600" dirty="0"/>
          </a:p>
          <a:p>
            <a:endParaRPr lang="en-US" sz="1600" dirty="0">
              <a:solidFill>
                <a:srgbClr val="FFFFFE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DF6337-9683-4A06-B3D5-CB22C7F4F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9862" y="-6706"/>
            <a:ext cx="4642138" cy="6871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 descr="The official home of Super Mario™ – History">
            <a:extLst>
              <a:ext uri="{FF2B5EF4-FFF2-40B4-BE49-F238E27FC236}">
                <a16:creationId xmlns:a16="http://schemas.microsoft.com/office/drawing/2014/main" id="{8F432AAA-A6DD-C32F-E099-F3F6017A3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768" y="320039"/>
            <a:ext cx="3362313" cy="6227065"/>
          </a:xfrm>
          <a:prstGeom prst="rect">
            <a:avLst/>
          </a:prstGeom>
        </p:spPr>
      </p:pic>
      <p:pic>
        <p:nvPicPr>
          <p:cNvPr id="10" name="Imagen 9" descr="Duoc UC - The Genius Choice">
            <a:extLst>
              <a:ext uri="{FF2B5EF4-FFF2-40B4-BE49-F238E27FC236}">
                <a16:creationId xmlns:a16="http://schemas.microsoft.com/office/drawing/2014/main" id="{AE061157-0DAD-9E00-1FD2-238B72CBD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6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8E8958-A0BD-4366-8F61-3A496C51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45862C-E73D-4EFB-9DD5-8A5E3473E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2676ED1-2492-46B6-88D6-C9ED257B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58A42DCC-C6BA-4B68-9FC4-FEE65399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F81ED05C-778D-41F3-9C0E-6DE1D668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E063861-F6FC-4CC1-A77E-5993E5E25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7E1DA2FC-6137-4EC4-B9F4-72264C39D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BFE9E3A7-993F-401D-8B16-53BFC6FA2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23757125-5D70-4D7A-B223-2FFC51F5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03C4207E-9457-436F-B9A0-C3CAEBF81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64EE9697-E49F-4E62-8318-9E2DBC6E7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800120F-70F4-4696-BAFB-BBC0BC576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8D1E1ADB-5BAA-49F4-BE24-044E94104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9D410413-BDE6-4A4E-930A-0ACBBF8CD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0EBF657D-5B37-4F84-8833-C569EAB90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A2DBF00E-BE35-44EC-A95B-8B2EE9233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BA2C8141-5135-467E-B940-D3836B16E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44991C1A-45E7-45C6-8816-BFEDFFCCB7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B88BEC13-903F-4318-B5AB-DC23ED2ED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41E259CE-D2C5-4FBC-9FAE-5AB0BBD0E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495CB679-05D8-44D1-8218-C52552952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DFCC6878-2DB4-4497-B668-E75220A20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36254A6B-DCFA-42AD-906C-C43E2CAE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429180E-866D-447C-A170-484000E48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047102"/>
            <a:ext cx="5936885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22">
            <a:extLst>
              <a:ext uri="{FF2B5EF4-FFF2-40B4-BE49-F238E27FC236}">
                <a16:creationId xmlns:a16="http://schemas.microsoft.com/office/drawing/2014/main" id="{FEE51AA4-287D-4CB8-8CD4-D6986106F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2131" y="5546507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77ACA7-E71A-4888-9EBD-074801D88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634393"/>
            <a:ext cx="5935796" cy="3917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20122-0ACE-95C5-61B2-A475CDFF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78" y="1718735"/>
            <a:ext cx="5767566" cy="1072378"/>
          </a:xfrm>
        </p:spPr>
        <p:txBody>
          <a:bodyPr anchor="ctr">
            <a:normAutofit/>
          </a:bodyPr>
          <a:lstStyle/>
          <a:p>
            <a:r>
              <a:rPr lang="es-CL" sz="3600" dirty="0"/>
              <a:t>METODOLGIA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9368F9-D760-2460-E7B4-A2B27485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02" y="2789239"/>
            <a:ext cx="5768442" cy="2683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chemeClr val="bg1"/>
                </a:solidFill>
              </a:rPr>
              <a:t>Para el desarrollo del proyecto se utilizo una metodología ágil basada en Kanban</a:t>
            </a:r>
          </a:p>
          <a:p>
            <a:pPr marL="0" indent="0">
              <a:buNone/>
            </a:pPr>
            <a:r>
              <a:rPr lang="es-CL" sz="1600" dirty="0">
                <a:solidFill>
                  <a:schemeClr val="bg1"/>
                </a:solidFill>
              </a:rPr>
              <a:t>Esta  metodología permitió organizar las tareas en etapas de trabajo, visualizar el avance del proyecto y realizar mejoras continuas durante el desarrollo, facilitando el cumplimiento de los objetivos establecidos.</a:t>
            </a:r>
          </a:p>
          <a:p>
            <a:endParaRPr lang="en-US" sz="1600" dirty="0">
              <a:solidFill>
                <a:srgbClr val="FFFFF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DF6337-9683-4A06-B3D5-CB22C7F4F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9862" y="-6706"/>
            <a:ext cx="4642138" cy="6871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3F1A253-9098-F966-3B2C-F6EA48D3B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399" y="1170040"/>
            <a:ext cx="4294187" cy="4098804"/>
          </a:xfrm>
          <a:prstGeom prst="rect">
            <a:avLst/>
          </a:prstGeom>
        </p:spPr>
      </p:pic>
      <p:pic>
        <p:nvPicPr>
          <p:cNvPr id="7" name="Imagen 6" descr="Duoc UC - The Genius Choice">
            <a:extLst>
              <a:ext uri="{FF2B5EF4-FFF2-40B4-BE49-F238E27FC236}">
                <a16:creationId xmlns:a16="http://schemas.microsoft.com/office/drawing/2014/main" id="{AF6BD262-F398-C79D-562D-DB7F33F77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67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6FF20-AC97-F803-A569-3C9C02ED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TECNOLOGIA DEL PROYECTO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35C59EF-30A2-CA20-F7F6-2BEBF4100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5433" y="0"/>
            <a:ext cx="4623009" cy="6659306"/>
          </a:xfrm>
          <a:prstGeom prst="rect">
            <a:avLst/>
          </a:prstGeom>
        </p:spPr>
      </p:pic>
      <p:pic>
        <p:nvPicPr>
          <p:cNvPr id="8" name="Imagen 7" descr="Duoc UC - The Genius Choice">
            <a:extLst>
              <a:ext uri="{FF2B5EF4-FFF2-40B4-BE49-F238E27FC236}">
                <a16:creationId xmlns:a16="http://schemas.microsoft.com/office/drawing/2014/main" id="{71CE49B5-5220-CA8F-799D-93621E29B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2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4DB7353-7D7A-431B-A5B6-A3845E6F2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E8D15D6-6183-4BE1-A315-C7EC9C1A5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2A253FA-4E60-4B4D-94B0-93ECFCF30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1B39AD1-11BD-457B-822C-A873607F4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C286005-78D5-4BE4-AA8B-75CDC07E7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9E4A22D-7E83-4F24-97FE-931A93CAC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4351E96B-8DD4-4D5E-A9F0-C47F5F33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FF78610-2475-4756-9EC8-5DA7D8902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C7ACAE44-681D-4CBC-B2AB-E5131DF5A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A22E4A0-73AA-4722-9C16-F3AF9A33E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BB36E626-EBEB-41C0-B224-8DB049DB4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D603DEC5-BED4-4DB6-A253-F61CC3674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86AE9DE6-CA9A-479B-A0FB-0E1BAC7A6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6CB8DC8-E75F-4574-A290-AAB7031BE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1CA657E1-3A52-4C23-AA47-EBB2D5C41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ED4F701B-2A93-464F-A673-54EED5C4C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9977C34F-F6C9-4749-B201-7B928802D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3A913E6B-DBE9-4291-A34C-36069ECB8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7D415C04-AB5C-4B76-9E49-EEBAEE64D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151FDC11-E872-4EAE-A597-822F9FE17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24766B-81CA-44C7-BF11-77A12BA4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A2F9962-DEB8-461C-8B4C-C0ED0D8A7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C0672E08-EB09-4B8E-8522-24BBC2CF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447AB64-F3EC-4A1F-BFD4-F0F9DB3DA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0987AE9-A059-ADF6-288C-8EBD2454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374" y="1263405"/>
            <a:ext cx="8416196" cy="3092286"/>
          </a:xfrm>
        </p:spPr>
        <p:txBody>
          <a:bodyPr vert="horz" lIns="228600" tIns="228600" rIns="228600" bIns="0" rtlCol="0" anchor="b"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8000" dirty="0">
                <a:solidFill>
                  <a:schemeClr val="accent1"/>
                </a:solidFill>
              </a:rPr>
              <a:t>MOSTRAR EL PRODUCTO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5" name="Imagen 4" descr="Duoc UC - The Genius Choice">
            <a:extLst>
              <a:ext uri="{FF2B5EF4-FFF2-40B4-BE49-F238E27FC236}">
                <a16:creationId xmlns:a16="http://schemas.microsoft.com/office/drawing/2014/main" id="{DE6B3572-49DE-E6D9-03C8-6B26796CA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4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293B96-AC95-4F91-A6A1-F5B9EBA75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F5C13C-7597-47EF-A60E-E0483B591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BF75460-CBE9-47D1-A638-668E31C80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ADD2883-3611-478E-BA1D-A2874E8037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415929DF-E668-4987-A5DB-8177C2178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A9A72BAB-7164-45E8-80CD-343F1AD8C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BAF56AD6-00FC-47BA-95C0-90E27317C7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41F0B89B-257D-4443-ACEF-8C1783D0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3B2455CC-7ABE-4EAF-8BB0-7D9905627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BB5DADAE-B476-49FA-990B-8802F909D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E57DA134-04BF-4C60-BE60-01F00D593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F5EE93A9-4768-4F8D-94F1-F4F1C4663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333266E9-BA12-4E99-ACAB-DB4813C79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F1C16801-9C8C-455E-AE48-59BB6D0E1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71B2AF91-3099-47C7-8A14-63F4CBB0C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5584900C-32C2-49A7-874A-1F8D41C35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83523AEA-5A6D-45E4-ACC6-1CEFD80B1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CFA5C26B-057A-4D27-B6F5-4FD00FB17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F8EB124B-9970-4101-B6EE-51FBB23CC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F6B2C362-04E0-48FB-9BEF-685C965AC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3B4FF677-CB69-4C86-9DDC-4047690F7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3EBE6D51-FA46-4AF0-8195-FD56F6949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E0C0539D-4193-466B-987B-D71FA6A82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D51DB48-98D5-49DE-AD5F-8A9734357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377682"/>
            <a:ext cx="5936885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22">
            <a:extLst>
              <a:ext uri="{FF2B5EF4-FFF2-40B4-BE49-F238E27FC236}">
                <a16:creationId xmlns:a16="http://schemas.microsoft.com/office/drawing/2014/main" id="{863FD0EB-DDF9-4169-BF2D-2A00FD515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2131" y="5223532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FC8BAE-02F8-41B1-A078-FC60092F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961035"/>
            <a:ext cx="5935796" cy="3267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A02AD3-77C0-A94A-9768-CC858F8E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78" y="2039943"/>
            <a:ext cx="5767566" cy="536675"/>
          </a:xfrm>
        </p:spPr>
        <p:txBody>
          <a:bodyPr anchor="ctr">
            <a:normAutofit fontScale="90000"/>
          </a:bodyPr>
          <a:lstStyle/>
          <a:p>
            <a:r>
              <a:rPr lang="es-CL" sz="2800" dirty="0"/>
              <a:t>RESULTADO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E4C64E1-276C-3FF0-F70D-C04FF953F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02" y="2664542"/>
            <a:ext cx="5768442" cy="2476259"/>
          </a:xfrm>
        </p:spPr>
        <p:txBody>
          <a:bodyPr>
            <a:normAutofit lnSpcReduction="10000"/>
          </a:bodyPr>
          <a:lstStyle/>
          <a:p>
            <a:r>
              <a:rPr lang="es-CL" sz="1600" dirty="0">
                <a:solidFill>
                  <a:schemeClr val="bg1"/>
                </a:solidFill>
              </a:rPr>
              <a:t>Como resultado se obtuvo una plataforma funcional que permite a los usuarios registrarse, iniciar sesión, gestionar favoritos, crear listas personalizadas, publicar reseñas y explorar una biblioteca de videojuegos.</a:t>
            </a:r>
          </a:p>
          <a:p>
            <a:r>
              <a:rPr lang="es-CL" sz="1600" dirty="0">
                <a:solidFill>
                  <a:schemeClr val="bg1"/>
                </a:solidFill>
              </a:rPr>
              <a:t>La solución aporta una herramienta centralizada para organizar información de videojuegos y mejor la experiencia de los usuarios mediante funcionalidades modernas y fáciles de utilizar.</a:t>
            </a:r>
          </a:p>
          <a:p>
            <a:endParaRPr lang="en-US" sz="1600" dirty="0">
              <a:solidFill>
                <a:srgbClr val="FFFFFE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ABDF8E-2BF0-41B8-A658-ECB324D9E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9557" y="0"/>
            <a:ext cx="4640799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A7DAD19-7618-13C0-D8A8-E17BD9D6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759" y="1492375"/>
            <a:ext cx="5033519" cy="3431926"/>
          </a:xfrm>
          <a:prstGeom prst="rect">
            <a:avLst/>
          </a:prstGeom>
        </p:spPr>
      </p:pic>
      <p:pic>
        <p:nvPicPr>
          <p:cNvPr id="8" name="Imagen 7" descr="Duoc UC - The Genius Choice">
            <a:extLst>
              <a:ext uri="{FF2B5EF4-FFF2-40B4-BE49-F238E27FC236}">
                <a16:creationId xmlns:a16="http://schemas.microsoft.com/office/drawing/2014/main" id="{2A8B8E3E-1D1A-609B-79C6-A463E5EFD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34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4" name="Rectangle 231">
            <a:extLst>
              <a:ext uri="{FF2B5EF4-FFF2-40B4-BE49-F238E27FC236}">
                <a16:creationId xmlns:a16="http://schemas.microsoft.com/office/drawing/2014/main" id="{828D1E49-2A21-4A83-A0E0-FB1597B4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5" name="Group 233">
            <a:extLst>
              <a:ext uri="{FF2B5EF4-FFF2-40B4-BE49-F238E27FC236}">
                <a16:creationId xmlns:a16="http://schemas.microsoft.com/office/drawing/2014/main" id="{088B852E-5494-418B-A833-75CF016A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66" name="Freeform 5">
              <a:extLst>
                <a:ext uri="{FF2B5EF4-FFF2-40B4-BE49-F238E27FC236}">
                  <a16:creationId xmlns:a16="http://schemas.microsoft.com/office/drawing/2014/main" id="{DF31E3C1-1A46-4329-9F80-B576692FE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6">
              <a:extLst>
                <a:ext uri="{FF2B5EF4-FFF2-40B4-BE49-F238E27FC236}">
                  <a16:creationId xmlns:a16="http://schemas.microsoft.com/office/drawing/2014/main" id="{294B4592-99CA-47B1-816F-CE2D44F6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7">
              <a:extLst>
                <a:ext uri="{FF2B5EF4-FFF2-40B4-BE49-F238E27FC236}">
                  <a16:creationId xmlns:a16="http://schemas.microsoft.com/office/drawing/2014/main" id="{BF690E4C-72F8-4AC5-AF99-562763CC6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8">
              <a:extLst>
                <a:ext uri="{FF2B5EF4-FFF2-40B4-BE49-F238E27FC236}">
                  <a16:creationId xmlns:a16="http://schemas.microsoft.com/office/drawing/2014/main" id="{F834CDD4-CAB8-4ACC-9AAC-5399C743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9">
              <a:extLst>
                <a:ext uri="{FF2B5EF4-FFF2-40B4-BE49-F238E27FC236}">
                  <a16:creationId xmlns:a16="http://schemas.microsoft.com/office/drawing/2014/main" id="{1AEB045A-6821-475B-A28E-047437AB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10">
              <a:extLst>
                <a:ext uri="{FF2B5EF4-FFF2-40B4-BE49-F238E27FC236}">
                  <a16:creationId xmlns:a16="http://schemas.microsoft.com/office/drawing/2014/main" id="{D9B790C0-3D34-4626-BAFB-6EB473F40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11">
              <a:extLst>
                <a:ext uri="{FF2B5EF4-FFF2-40B4-BE49-F238E27FC236}">
                  <a16:creationId xmlns:a16="http://schemas.microsoft.com/office/drawing/2014/main" id="{EDA4D87F-91A4-4628-9A6E-F01820A7E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12">
              <a:extLst>
                <a:ext uri="{FF2B5EF4-FFF2-40B4-BE49-F238E27FC236}">
                  <a16:creationId xmlns:a16="http://schemas.microsoft.com/office/drawing/2014/main" id="{045DAB88-124C-459C-A889-DAE9C9BE2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13">
              <a:extLst>
                <a:ext uri="{FF2B5EF4-FFF2-40B4-BE49-F238E27FC236}">
                  <a16:creationId xmlns:a16="http://schemas.microsoft.com/office/drawing/2014/main" id="{85D44010-1DAA-4CAC-B83F-7E3E8C455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14">
              <a:extLst>
                <a:ext uri="{FF2B5EF4-FFF2-40B4-BE49-F238E27FC236}">
                  <a16:creationId xmlns:a16="http://schemas.microsoft.com/office/drawing/2014/main" id="{E8C01D66-5C93-4A2E-AA74-DE97574E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15">
              <a:extLst>
                <a:ext uri="{FF2B5EF4-FFF2-40B4-BE49-F238E27FC236}">
                  <a16:creationId xmlns:a16="http://schemas.microsoft.com/office/drawing/2014/main" id="{E2E1A6E1-6C4A-47D3-81E2-9F8624F1B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16">
              <a:extLst>
                <a:ext uri="{FF2B5EF4-FFF2-40B4-BE49-F238E27FC236}">
                  <a16:creationId xmlns:a16="http://schemas.microsoft.com/office/drawing/2014/main" id="{3E849CB5-4526-49DC-B77B-A20FDB7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17">
              <a:extLst>
                <a:ext uri="{FF2B5EF4-FFF2-40B4-BE49-F238E27FC236}">
                  <a16:creationId xmlns:a16="http://schemas.microsoft.com/office/drawing/2014/main" id="{5A18C8A4-FB2A-44C1-93D3-26C6DDFE0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18">
              <a:extLst>
                <a:ext uri="{FF2B5EF4-FFF2-40B4-BE49-F238E27FC236}">
                  <a16:creationId xmlns:a16="http://schemas.microsoft.com/office/drawing/2014/main" id="{85D014FD-8C5A-4071-B19E-4910AAB61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Freeform 19">
              <a:extLst>
                <a:ext uri="{FF2B5EF4-FFF2-40B4-BE49-F238E27FC236}">
                  <a16:creationId xmlns:a16="http://schemas.microsoft.com/office/drawing/2014/main" id="{A37D7262-3596-4026-9AD4-E94332E52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Freeform 20">
              <a:extLst>
                <a:ext uri="{FF2B5EF4-FFF2-40B4-BE49-F238E27FC236}">
                  <a16:creationId xmlns:a16="http://schemas.microsoft.com/office/drawing/2014/main" id="{187E37E0-AAC3-4B33-AF36-334ACCBD3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Freeform 21">
              <a:extLst>
                <a:ext uri="{FF2B5EF4-FFF2-40B4-BE49-F238E27FC236}">
                  <a16:creationId xmlns:a16="http://schemas.microsoft.com/office/drawing/2014/main" id="{409758BB-8A0E-4BEB-BC0C-F410AD98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Freeform 22">
              <a:extLst>
                <a:ext uri="{FF2B5EF4-FFF2-40B4-BE49-F238E27FC236}">
                  <a16:creationId xmlns:a16="http://schemas.microsoft.com/office/drawing/2014/main" id="{97C4EFE2-9D25-4978-BD9A-873B49270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Freeform 23">
              <a:extLst>
                <a:ext uri="{FF2B5EF4-FFF2-40B4-BE49-F238E27FC236}">
                  <a16:creationId xmlns:a16="http://schemas.microsoft.com/office/drawing/2014/main" id="{9CCAF82A-A0E0-4B55-A97B-EFFAE79A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Freeform 24">
              <a:extLst>
                <a:ext uri="{FF2B5EF4-FFF2-40B4-BE49-F238E27FC236}">
                  <a16:creationId xmlns:a16="http://schemas.microsoft.com/office/drawing/2014/main" id="{4F800DD8-3954-4F73-8807-16F1CFAC1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Freeform 25">
              <a:extLst>
                <a:ext uri="{FF2B5EF4-FFF2-40B4-BE49-F238E27FC236}">
                  <a16:creationId xmlns:a16="http://schemas.microsoft.com/office/drawing/2014/main" id="{84E1C91A-4B06-4852-918C-6380FA98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A2C9096-0810-B9E1-6CBC-295796AC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795527"/>
            <a:ext cx="10488547" cy="1190912"/>
          </a:xfrm>
        </p:spPr>
        <p:txBody>
          <a:bodyPr vert="horz" lIns="228600" tIns="228600" rIns="228600" bIns="0" rtlCol="0">
            <a:normAutofit/>
          </a:bodyPr>
          <a:lstStyle/>
          <a:p>
            <a:r>
              <a:rPr lang="es-CL" sz="5000" dirty="0">
                <a:solidFill>
                  <a:schemeClr val="tx2"/>
                </a:solidFill>
              </a:rPr>
              <a:t>CONCLUSION</a:t>
            </a:r>
            <a:br>
              <a:rPr lang="es-CL" sz="5000" dirty="0">
                <a:solidFill>
                  <a:schemeClr val="tx2"/>
                </a:solidFill>
              </a:rPr>
            </a:br>
            <a:br>
              <a:rPr lang="en-US" sz="1000" dirty="0">
                <a:solidFill>
                  <a:schemeClr val="tx2"/>
                </a:solidFill>
              </a:rPr>
            </a:b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87" name="Rectangle 256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030" y="2250281"/>
            <a:ext cx="4959318" cy="367823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Game over PNG transparent image download, size: 1080x1080px">
            <a:extLst>
              <a:ext uri="{FF2B5EF4-FFF2-40B4-BE49-F238E27FC236}">
                <a16:creationId xmlns:a16="http://schemas.microsoft.com/office/drawing/2014/main" id="{C4C70198-15EF-6B52-6A8C-4A95E879C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337" y="2416047"/>
            <a:ext cx="3346704" cy="3346704"/>
          </a:xfrm>
          <a:prstGeom prst="rect">
            <a:avLst/>
          </a:prstGeom>
          <a:ln w="12700">
            <a:noFill/>
          </a:ln>
        </p:spPr>
      </p:pic>
      <p:sp>
        <p:nvSpPr>
          <p:cNvPr id="288" name="Content Placeholder 228">
            <a:extLst>
              <a:ext uri="{FF2B5EF4-FFF2-40B4-BE49-F238E27FC236}">
                <a16:creationId xmlns:a16="http://schemas.microsoft.com/office/drawing/2014/main" id="{FD4FB65E-44F6-0675-B938-E56AC5D55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703" y="2228850"/>
            <a:ext cx="5028928" cy="4205764"/>
          </a:xfrm>
        </p:spPr>
        <p:txBody>
          <a:bodyPr>
            <a:normAutofit fontScale="77500" lnSpcReduction="20000"/>
          </a:bodyPr>
          <a:lstStyle/>
          <a:p>
            <a:r>
              <a:rPr lang="es-CL" dirty="0">
                <a:solidFill>
                  <a:schemeClr val="tx2"/>
                </a:solidFill>
              </a:rPr>
              <a:t>En conclusión, el desarrollo de XP Inventory permitió aplicar y fortalecer conocimientos en programación web utilizando tecnologías como Python, Django, SQLite, HTML, CSS, Bootstrap y JavaScript. El sistema cumple con los objetivos planteados al ofrecer una plataforma funcional para la gestión de videojuegos, incorporando características como favoritos, listas personalizadas, reseñas, búsqueda dinámica y un dashboard administrativo.</a:t>
            </a:r>
            <a:br>
              <a:rPr lang="es-CL" dirty="0">
                <a:solidFill>
                  <a:schemeClr val="tx2"/>
                </a:solidFill>
              </a:rPr>
            </a:br>
            <a:r>
              <a:rPr lang="es-CL" dirty="0">
                <a:solidFill>
                  <a:schemeClr val="tx2"/>
                </a:solidFill>
              </a:rPr>
              <a:t>Además de resolver una necesidad de organización para los usuarios, el proyecto representó una valiosa experiencia de aprendizaje, permitiendo adquirir nuevas habilidades y enfrentar desafíos reales del desarrollo de software. Como trabajo futuro, el sistema puede seguir creciendo mediante la incorporación de nuevas funcionalidades y mejoras orientadas a una experiencia de usuario más completa.</a:t>
            </a:r>
            <a:endParaRPr lang="en-US" dirty="0"/>
          </a:p>
        </p:txBody>
      </p:sp>
      <p:pic>
        <p:nvPicPr>
          <p:cNvPr id="101" name="Imagen 100" descr="Duoc UC - The Genius Choice">
            <a:extLst>
              <a:ext uri="{FF2B5EF4-FFF2-40B4-BE49-F238E27FC236}">
                <a16:creationId xmlns:a16="http://schemas.microsoft.com/office/drawing/2014/main" id="{52398790-1EAA-D046-F3D6-DCA817E7A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" y="135474"/>
            <a:ext cx="2314047" cy="5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00217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442</TotalTime>
  <Words>395</Words>
  <Application>Microsoft Office PowerPoint</Application>
  <PresentationFormat>Panorámica</PresentationFormat>
  <Paragraphs>28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 Light</vt:lpstr>
      <vt:lpstr>Rockwell</vt:lpstr>
      <vt:lpstr>Wingdings</vt:lpstr>
      <vt:lpstr>Atlas</vt:lpstr>
      <vt:lpstr>Presentación Proyecto APT XP Inventory</vt:lpstr>
      <vt:lpstr>PROBLEMATICA</vt:lpstr>
      <vt:lpstr>OBJETIVO GENERAL</vt:lpstr>
      <vt:lpstr>METODOLGIA</vt:lpstr>
      <vt:lpstr>TECNOLOGIA DEL PROYECTO</vt:lpstr>
      <vt:lpstr>MOSTRAR EL PRODUCTO</vt:lpstr>
      <vt:lpstr>RESULTADO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Vicente Vargas</dc:creator>
  <cp:lastModifiedBy>Vicente Vargas</cp:lastModifiedBy>
  <cp:revision>1</cp:revision>
  <dcterms:created xsi:type="dcterms:W3CDTF">2026-06-29T21:06:27Z</dcterms:created>
  <dcterms:modified xsi:type="dcterms:W3CDTF">2026-06-30T04:28:51Z</dcterms:modified>
</cp:coreProperties>
</file>