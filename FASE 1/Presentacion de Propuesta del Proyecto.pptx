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16062-EEA5-477F-9031-E83DDD09B1AE}" v="15" dt="2026-04-06T02:15:06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nte Vargas" userId="c61a9f73193c7e5d" providerId="LiveId" clId="{DEC01DA5-8198-47DF-AE35-8D6A85D15581}"/>
    <pc:docChg chg="undo custSel modSld">
      <pc:chgData name="Vicente Vargas" userId="c61a9f73193c7e5d" providerId="LiveId" clId="{DEC01DA5-8198-47DF-AE35-8D6A85D15581}" dt="2026-04-06T02:15:02.966" v="49" actId="255"/>
      <pc:docMkLst>
        <pc:docMk/>
      </pc:docMkLst>
      <pc:sldChg chg="modSp mod">
        <pc:chgData name="Vicente Vargas" userId="c61a9f73193c7e5d" providerId="LiveId" clId="{DEC01DA5-8198-47DF-AE35-8D6A85D15581}" dt="2026-04-06T01:59:54.030" v="12" actId="2711"/>
        <pc:sldMkLst>
          <pc:docMk/>
          <pc:sldMk cId="1765627004" sldId="257"/>
        </pc:sldMkLst>
        <pc:spChg chg="mod">
          <ac:chgData name="Vicente Vargas" userId="c61a9f73193c7e5d" providerId="LiveId" clId="{DEC01DA5-8198-47DF-AE35-8D6A85D15581}" dt="2026-04-06T01:59:54.030" v="12" actId="2711"/>
          <ac:spMkLst>
            <pc:docMk/>
            <pc:sldMk cId="1765627004" sldId="257"/>
            <ac:spMk id="3" creationId="{95F276C1-735F-3CCA-E7D7-96597693D8E9}"/>
          </ac:spMkLst>
        </pc:spChg>
      </pc:sldChg>
      <pc:sldChg chg="addSp delSp modSp mod">
        <pc:chgData name="Vicente Vargas" userId="c61a9f73193c7e5d" providerId="LiveId" clId="{DEC01DA5-8198-47DF-AE35-8D6A85D15581}" dt="2026-04-06T02:15:02.966" v="49" actId="255"/>
        <pc:sldMkLst>
          <pc:docMk/>
          <pc:sldMk cId="1936006113" sldId="258"/>
        </pc:sldMkLst>
        <pc:spChg chg="mod">
          <ac:chgData name="Vicente Vargas" userId="c61a9f73193c7e5d" providerId="LiveId" clId="{DEC01DA5-8198-47DF-AE35-8D6A85D15581}" dt="2026-04-06T02:14:33.126" v="42" actId="26606"/>
          <ac:spMkLst>
            <pc:docMk/>
            <pc:sldMk cId="1936006113" sldId="258"/>
            <ac:spMk id="2" creationId="{5743A378-CC71-D2CC-F63E-1B5FC92F44A9}"/>
          </ac:spMkLst>
        </pc:spChg>
        <pc:spChg chg="mod">
          <ac:chgData name="Vicente Vargas" userId="c61a9f73193c7e5d" providerId="LiveId" clId="{DEC01DA5-8198-47DF-AE35-8D6A85D15581}" dt="2026-04-06T02:15:02.966" v="49" actId="255"/>
          <ac:spMkLst>
            <pc:docMk/>
            <pc:sldMk cId="1936006113" sldId="258"/>
            <ac:spMk id="3" creationId="{CDA4F7D6-1BF3-5703-53EB-70F92F1B3ADC}"/>
          </ac:spMkLst>
        </pc:spChg>
        <pc:picChg chg="add del mod">
          <ac:chgData name="Vicente Vargas" userId="c61a9f73193c7e5d" providerId="LiveId" clId="{DEC01DA5-8198-47DF-AE35-8D6A85D15581}" dt="2026-04-06T02:14:51.492" v="47" actId="1076"/>
          <ac:picMkLst>
            <pc:docMk/>
            <pc:sldMk cId="1936006113" sldId="258"/>
            <ac:picMk id="2050" creationId="{459612F8-DF2D-D541-88CC-CA06D989115B}"/>
          </ac:picMkLst>
        </pc:picChg>
      </pc:sldChg>
      <pc:sldChg chg="modSp mod">
        <pc:chgData name="Vicente Vargas" userId="c61a9f73193c7e5d" providerId="LiveId" clId="{DEC01DA5-8198-47DF-AE35-8D6A85D15581}" dt="2026-04-06T01:59:27.211" v="8" actId="2711"/>
        <pc:sldMkLst>
          <pc:docMk/>
          <pc:sldMk cId="4192519504" sldId="259"/>
        </pc:sldMkLst>
        <pc:spChg chg="mod">
          <ac:chgData name="Vicente Vargas" userId="c61a9f73193c7e5d" providerId="LiveId" clId="{DEC01DA5-8198-47DF-AE35-8D6A85D15581}" dt="2026-04-06T01:59:27.211" v="8" actId="2711"/>
          <ac:spMkLst>
            <pc:docMk/>
            <pc:sldMk cId="4192519504" sldId="259"/>
            <ac:spMk id="3" creationId="{68AEAA7B-4F28-2E32-D5A0-6A31FDB2924F}"/>
          </ac:spMkLst>
        </pc:spChg>
      </pc:sldChg>
      <pc:sldChg chg="addSp delSp modSp mod">
        <pc:chgData name="Vicente Vargas" userId="c61a9f73193c7e5d" providerId="LiveId" clId="{DEC01DA5-8198-47DF-AE35-8D6A85D15581}" dt="2026-04-06T02:14:14.762" v="39" actId="14100"/>
        <pc:sldMkLst>
          <pc:docMk/>
          <pc:sldMk cId="3997482855" sldId="260"/>
        </pc:sldMkLst>
        <pc:spChg chg="mod">
          <ac:chgData name="Vicente Vargas" userId="c61a9f73193c7e5d" providerId="LiveId" clId="{DEC01DA5-8198-47DF-AE35-8D6A85D15581}" dt="2026-04-06T02:14:01.746" v="37" actId="26606"/>
          <ac:spMkLst>
            <pc:docMk/>
            <pc:sldMk cId="3997482855" sldId="260"/>
            <ac:spMk id="2" creationId="{2E350C35-7B36-B1D0-508C-4134225FFFF7}"/>
          </ac:spMkLst>
        </pc:spChg>
        <pc:spChg chg="mod">
          <ac:chgData name="Vicente Vargas" userId="c61a9f73193c7e5d" providerId="LiveId" clId="{DEC01DA5-8198-47DF-AE35-8D6A85D15581}" dt="2026-04-06T02:14:14.762" v="39" actId="14100"/>
          <ac:spMkLst>
            <pc:docMk/>
            <pc:sldMk cId="3997482855" sldId="260"/>
            <ac:spMk id="3" creationId="{EDEEBCB7-2696-7090-57B6-8D9DBEF28D0C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09" creationId="{3F088236-D655-4F88-B238-E16762358025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11" creationId="{3DAC0C92-199E-475C-9390-119A9B027276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13" creationId="{C4CFB339-0ED8-4FE2-9EF1-6D1375B8499B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15" creationId="{31896C80-2069-4431-9C19-83B913734490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17" creationId="{BF120A21-0841-4823-B0C4-28AEBCEF9B78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19" creationId="{DBB05BAE-BBD3-4289-899F-A6851503C6B0}"/>
          </ac:spMkLst>
        </pc:spChg>
        <pc:spChg chg="add del">
          <ac:chgData name="Vicente Vargas" userId="c61a9f73193c7e5d" providerId="LiveId" clId="{DEC01DA5-8198-47DF-AE35-8D6A85D15581}" dt="2026-04-06T02:13:32.082" v="28" actId="26606"/>
          <ac:spMkLst>
            <pc:docMk/>
            <pc:sldMk cId="3997482855" sldId="260"/>
            <ac:spMk id="4121" creationId="{9874D11C-36F5-4BBE-A490-019A54E953B0}"/>
          </ac:spMkLst>
        </pc:spChg>
        <pc:picChg chg="add del mod ord">
          <ac:chgData name="Vicente Vargas" userId="c61a9f73193c7e5d" providerId="LiveId" clId="{DEC01DA5-8198-47DF-AE35-8D6A85D15581}" dt="2026-04-06T02:14:05.326" v="38" actId="1076"/>
          <ac:picMkLst>
            <pc:docMk/>
            <pc:sldMk cId="3997482855" sldId="260"/>
            <ac:picMk id="4100" creationId="{29F4A53C-0434-4A98-6A94-62C5B91B5DD5}"/>
          </ac:picMkLst>
        </pc:picChg>
      </pc:sldChg>
      <pc:sldChg chg="modSp mod">
        <pc:chgData name="Vicente Vargas" userId="c61a9f73193c7e5d" providerId="LiveId" clId="{DEC01DA5-8198-47DF-AE35-8D6A85D15581}" dt="2026-04-06T01:59:17.706" v="7" actId="2711"/>
        <pc:sldMkLst>
          <pc:docMk/>
          <pc:sldMk cId="3846563717" sldId="261"/>
        </pc:sldMkLst>
        <pc:spChg chg="mod">
          <ac:chgData name="Vicente Vargas" userId="c61a9f73193c7e5d" providerId="LiveId" clId="{DEC01DA5-8198-47DF-AE35-8D6A85D15581}" dt="2026-04-06T01:59:17.706" v="7" actId="2711"/>
          <ac:spMkLst>
            <pc:docMk/>
            <pc:sldMk cId="3846563717" sldId="261"/>
            <ac:spMk id="3" creationId="{26BAA5A0-C5A2-D9DF-2505-2B04042751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583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54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462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586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766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703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001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840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677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6672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8504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1616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248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4690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2362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965F2-C8AB-42D7-B061-7F4F87818289}" type="datetimeFigureOut">
              <a:rPr lang="es-CL" smtClean="0"/>
              <a:t>05-04-2026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3880FB6-45F2-4AB2-A98A-E3CEA044EA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887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3D173-A23A-4F91-2F4B-2122C1E20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Propuesta de Sistema de Inventario para Tiendas de Videojuegos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93D132-E1A3-A7D9-D1AC-BAC3B3137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INTENGRANTE: Vicente Vargas</a:t>
            </a:r>
          </a:p>
        </p:txBody>
      </p:sp>
    </p:spTree>
    <p:extLst>
      <p:ext uri="{BB962C8B-B14F-4D97-AF65-F5344CB8AC3E}">
        <p14:creationId xmlns:p14="http://schemas.microsoft.com/office/powerpoint/2010/main" val="401409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4CC7945-0B68-A5B1-7969-3665C77FB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0" r="-2" b="7860"/>
          <a:stretch>
            <a:fillRect/>
          </a:stretch>
        </p:blipFill>
        <p:spPr>
          <a:xfrm>
            <a:off x="4340193" y="-8467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DA2E92-75B3-43E4-07A8-C4969C02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s-CL" dirty="0"/>
              <a:t>Problemática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F276C1-735F-3CCA-E7D7-96597693D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846" y="1678268"/>
            <a:ext cx="3851122" cy="445122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problemática detectada es que muchas pequeñas tiendas de videojuegos no cuentan con un sistema digital para gestionar su inventario.</a:t>
            </a:r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Esto provoca desorden en los productos, falta de control de stock y errores en el registro de ventas, ya que muchas veces se realiza de forma manual.</a:t>
            </a:r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Además, no existe una forma rápida de saber qué productos están disponibles o cuáles están por agotarse. </a:t>
            </a:r>
            <a:endParaRPr 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562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3A378-CC71-D2CC-F63E-1B5FC92F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s-CL" dirty="0"/>
              <a:t>Solución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4F7D6-1BF3-5703-53EB-70F92F1B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6" y="2160589"/>
            <a:ext cx="4951959" cy="40878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Como solución, se propone desarrollar un sistema web de gestión de inventario de videojuegos.</a:t>
            </a:r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Este sistema permitirá a los usuarios registrarse e iniciar sesión, y una vez autenticados, podrán agregar, editar y eliminar juegos.</a:t>
            </a:r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También permitirá llevar un control del stock y registrar las ventas realizadas.</a:t>
            </a:r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Para su desarrollo, se utilizará Python con el Framework Django para el Backend, HTML y CSS para la interfaz, y SQLite como base de datos.</a:t>
            </a:r>
          </a:p>
          <a:p>
            <a:pPr>
              <a:lnSpc>
                <a:spcPct val="90000"/>
              </a:lnSpc>
            </a:pPr>
            <a:endParaRPr lang="es-CL" sz="1500" dirty="0"/>
          </a:p>
        </p:txBody>
      </p:sp>
      <p:pic>
        <p:nvPicPr>
          <p:cNvPr id="2050" name="Picture 2" descr="Imágenes de Solucion Profesional - Descarga gratuita en Freepik">
            <a:extLst>
              <a:ext uri="{FF2B5EF4-FFF2-40B4-BE49-F238E27FC236}">
                <a16:creationId xmlns:a16="http://schemas.microsoft.com/office/drawing/2014/main" id="{459612F8-DF2D-D541-88CC-CA06D9891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93" b="-3"/>
          <a:stretch>
            <a:fillRect/>
          </a:stretch>
        </p:blipFill>
        <p:spPr bwMode="auto">
          <a:xfrm>
            <a:off x="6060269" y="1781564"/>
            <a:ext cx="3358400" cy="329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00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BBF77-8FD7-3B92-1CB5-21815FD6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s-CL" dirty="0"/>
              <a:t>Metodología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EAA7B-4F28-2E32-D5A0-6A31FDB29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11" y="1769169"/>
            <a:ext cx="4695855" cy="447923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  <a:t>Para el desarrollo del proyecto se utilizará una metodología ágil basada en Scrum.</a:t>
            </a:r>
            <a:b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  <a:t>El trabajo se organizará en pequeñas etapas o funcionalidades, como el desarrollo del login, la gestión de juegos y el control de stock.</a:t>
            </a:r>
            <a:b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  <a:t>Cada etapa será desarrollada y probada antes de avanzar a la siguiente, lo que permitirá detectar errores a tiempo y mejorar el sistema de forma progresiva. </a:t>
            </a:r>
            <a:endParaRPr lang="es-CL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¿Qué es la metodología? Definición, características y tipos - Como ...">
            <a:extLst>
              <a:ext uri="{FF2B5EF4-FFF2-40B4-BE49-F238E27FC236}">
                <a16:creationId xmlns:a16="http://schemas.microsoft.com/office/drawing/2014/main" id="{18CC2269-40B7-CEBB-516F-F6E330A43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8466" y="1769169"/>
            <a:ext cx="4602747" cy="287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51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50C35-7B36-B1D0-508C-4134225F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s-CL" dirty="0"/>
              <a:t>Plan de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EEBCB7-2696-7090-57B6-8D9DBEF28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6" y="2160589"/>
            <a:ext cx="4602747" cy="41698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proyecto se organizará en distintas etapas.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Primero, se realizará el análisis y diseño del sistema.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Luego, se desarrollará la funcionalidad de login y la estructura base del sistema.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Posteriormente, se implementará la gestión de juegos y el control de stock.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Finalmente, se realizarán pruebas y ajustes antes de la entrega final</a:t>
            </a:r>
          </a:p>
          <a:p>
            <a:pPr>
              <a:lnSpc>
                <a:spcPct val="90000"/>
              </a:lnSpc>
            </a:pPr>
            <a:endParaRPr lang="es-CL" dirty="0"/>
          </a:p>
        </p:txBody>
      </p:sp>
      <p:pic>
        <p:nvPicPr>
          <p:cNvPr id="4100" name="Picture 4" descr="Ilustración de concepto de flujo de trabajo y planificación empresarial ...">
            <a:extLst>
              <a:ext uri="{FF2B5EF4-FFF2-40B4-BE49-F238E27FC236}">
                <a16:creationId xmlns:a16="http://schemas.microsoft.com/office/drawing/2014/main" id="{29F4A53C-0434-4A98-6A94-62C5B91B5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" r="5228" b="2"/>
          <a:stretch>
            <a:fillRect/>
          </a:stretch>
        </p:blipFill>
        <p:spPr bwMode="auto">
          <a:xfrm>
            <a:off x="5076066" y="1781563"/>
            <a:ext cx="4602747" cy="329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48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9CFB6-6C21-5424-4C12-EF4A1688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BAA5A0-C5A2-D9DF-2505-2B0404275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  <a:t>Con este proyecto se espera mejorar la gestión de inventario en pequeñas tiendas, reduciendo errores y facilitando el control de productos.</a:t>
            </a:r>
            <a:b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  <a:t>Como resultado, se busca entregar una herramienta útil, sencilla y eficiente para la administración de videojuegos.</a:t>
            </a:r>
            <a:endParaRPr lang="es-CL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5637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354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</vt:lpstr>
      <vt:lpstr>Propuesta de Sistema de Inventario para Tiendas de Videojuegos</vt:lpstr>
      <vt:lpstr>Problemática</vt:lpstr>
      <vt:lpstr>Solución </vt:lpstr>
      <vt:lpstr>Metodología</vt:lpstr>
      <vt:lpstr>Plan de Trabajo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VICENTE . VARGAS CACERES</dc:creator>
  <cp:lastModifiedBy>Vicente Vargas</cp:lastModifiedBy>
  <cp:revision>1</cp:revision>
  <dcterms:created xsi:type="dcterms:W3CDTF">2026-04-06T01:23:40Z</dcterms:created>
  <dcterms:modified xsi:type="dcterms:W3CDTF">2026-04-06T02:15:09Z</dcterms:modified>
</cp:coreProperties>
</file>