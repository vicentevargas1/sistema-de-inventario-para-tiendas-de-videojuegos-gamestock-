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ente Vargas" userId="c61a9f73193c7e5d" providerId="LiveId" clId="{DEC01DA5-8198-47DF-AE35-8D6A85D15581}"/>
    <pc:docChg chg="custSel modSld">
      <pc:chgData name="Vicente Vargas" userId="c61a9f73193c7e5d" providerId="LiveId" clId="{DEC01DA5-8198-47DF-AE35-8D6A85D15581}" dt="2026-06-08T07:00:57.592" v="20" actId="20577"/>
      <pc:docMkLst>
        <pc:docMk/>
      </pc:docMkLst>
      <pc:sldChg chg="modSp mod">
        <pc:chgData name="Vicente Vargas" userId="c61a9f73193c7e5d" providerId="LiveId" clId="{DEC01DA5-8198-47DF-AE35-8D6A85D15581}" dt="2026-06-08T07:00:57.592" v="20" actId="20577"/>
        <pc:sldMkLst>
          <pc:docMk/>
          <pc:sldMk cId="4195868176" sldId="256"/>
        </pc:sldMkLst>
        <pc:spChg chg="mod">
          <ac:chgData name="Vicente Vargas" userId="c61a9f73193c7e5d" providerId="LiveId" clId="{DEC01DA5-8198-47DF-AE35-8D6A85D15581}" dt="2026-06-08T01:32:28.573" v="1" actId="27636"/>
          <ac:spMkLst>
            <pc:docMk/>
            <pc:sldMk cId="4195868176" sldId="256"/>
            <ac:spMk id="3" creationId="{B33F04C4-9AD4-511D-1BB1-9FBDE2633733}"/>
          </ac:spMkLst>
        </pc:spChg>
        <pc:spChg chg="mod">
          <ac:chgData name="Vicente Vargas" userId="c61a9f73193c7e5d" providerId="LiveId" clId="{DEC01DA5-8198-47DF-AE35-8D6A85D15581}" dt="2026-06-08T07:00:57.592" v="20" actId="20577"/>
          <ac:spMkLst>
            <pc:docMk/>
            <pc:sldMk cId="4195868176" sldId="256"/>
            <ac:spMk id="4" creationId="{ECCEA75E-6559-9779-5541-44021F4DF219}"/>
          </ac:spMkLst>
        </pc:spChg>
      </pc:sldChg>
      <pc:sldChg chg="modSp mod">
        <pc:chgData name="Vicente Vargas" userId="c61a9f73193c7e5d" providerId="LiveId" clId="{DEC01DA5-8198-47DF-AE35-8D6A85D15581}" dt="2026-06-08T01:39:42.138" v="2" actId="313"/>
        <pc:sldMkLst>
          <pc:docMk/>
          <pc:sldMk cId="631092976" sldId="260"/>
        </pc:sldMkLst>
        <pc:spChg chg="mod">
          <ac:chgData name="Vicente Vargas" userId="c61a9f73193c7e5d" providerId="LiveId" clId="{DEC01DA5-8198-47DF-AE35-8D6A85D15581}" dt="2026-06-08T01:39:42.138" v="2" actId="313"/>
          <ac:spMkLst>
            <pc:docMk/>
            <pc:sldMk cId="631092976" sldId="260"/>
            <ac:spMk id="2" creationId="{97F54CAB-DD9C-0175-6C97-DE0DB6024A4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263AB-B9F4-4D24-A8FB-B975F901C5DE}" type="datetimeFigureOut">
              <a:rPr lang="es-CL" smtClean="0"/>
              <a:t>08-06-2026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9AF51-CF7C-49AE-B3C9-09CE66E4D87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45624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263AB-B9F4-4D24-A8FB-B975F901C5DE}" type="datetimeFigureOut">
              <a:rPr lang="es-CL" smtClean="0"/>
              <a:t>08-06-2026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9AF51-CF7C-49AE-B3C9-09CE66E4D87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06827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263AB-B9F4-4D24-A8FB-B975F901C5DE}" type="datetimeFigureOut">
              <a:rPr lang="es-CL" smtClean="0"/>
              <a:t>08-06-2026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9AF51-CF7C-49AE-B3C9-09CE66E4D87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04756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263AB-B9F4-4D24-A8FB-B975F901C5DE}" type="datetimeFigureOut">
              <a:rPr lang="es-CL" smtClean="0"/>
              <a:t>08-06-2026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9AF51-CF7C-49AE-B3C9-09CE66E4D87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73477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263AB-B9F4-4D24-A8FB-B975F901C5DE}" type="datetimeFigureOut">
              <a:rPr lang="es-CL" smtClean="0"/>
              <a:t>08-06-2026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9AF51-CF7C-49AE-B3C9-09CE66E4D87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81206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263AB-B9F4-4D24-A8FB-B975F901C5DE}" type="datetimeFigureOut">
              <a:rPr lang="es-CL" smtClean="0"/>
              <a:t>08-06-2026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9AF51-CF7C-49AE-B3C9-09CE66E4D87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61186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263AB-B9F4-4D24-A8FB-B975F901C5DE}" type="datetimeFigureOut">
              <a:rPr lang="es-CL" smtClean="0"/>
              <a:t>08-06-2026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9AF51-CF7C-49AE-B3C9-09CE66E4D87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35170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263AB-B9F4-4D24-A8FB-B975F901C5DE}" type="datetimeFigureOut">
              <a:rPr lang="es-CL" smtClean="0"/>
              <a:t>08-06-2026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9AF51-CF7C-49AE-B3C9-09CE66E4D87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65959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263AB-B9F4-4D24-A8FB-B975F901C5DE}" type="datetimeFigureOut">
              <a:rPr lang="es-CL" smtClean="0"/>
              <a:t>08-06-2026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9AF51-CF7C-49AE-B3C9-09CE66E4D87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52503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263AB-B9F4-4D24-A8FB-B975F901C5DE}" type="datetimeFigureOut">
              <a:rPr lang="es-CL" smtClean="0"/>
              <a:t>08-06-2026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9AF51-CF7C-49AE-B3C9-09CE66E4D87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71033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263AB-B9F4-4D24-A8FB-B975F901C5DE}" type="datetimeFigureOut">
              <a:rPr lang="es-CL" smtClean="0"/>
              <a:t>08-06-2026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9AF51-CF7C-49AE-B3C9-09CE66E4D87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97892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263AB-B9F4-4D24-A8FB-B975F901C5DE}" type="datetimeFigureOut">
              <a:rPr lang="es-CL" smtClean="0"/>
              <a:t>08-06-2026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9AF51-CF7C-49AE-B3C9-09CE66E4D876}" type="slidenum">
              <a:rPr lang="es-CL" smtClean="0"/>
              <a:t>‹Nº›</a:t>
            </a:fld>
            <a:endParaRPr lang="es-CL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40960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263AB-B9F4-4D24-A8FB-B975F901C5DE}" type="datetimeFigureOut">
              <a:rPr lang="es-CL" smtClean="0"/>
              <a:t>08-06-2026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9AF51-CF7C-49AE-B3C9-09CE66E4D87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87087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263AB-B9F4-4D24-A8FB-B975F901C5DE}" type="datetimeFigureOut">
              <a:rPr lang="es-CL" smtClean="0"/>
              <a:t>08-06-2026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9AF51-CF7C-49AE-B3C9-09CE66E4D87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920409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263AB-B9F4-4D24-A8FB-B975F901C5DE}" type="datetimeFigureOut">
              <a:rPr lang="es-CL" smtClean="0"/>
              <a:t>08-06-2026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9AF51-CF7C-49AE-B3C9-09CE66E4D87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168091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263AB-B9F4-4D24-A8FB-B975F901C5DE}" type="datetimeFigureOut">
              <a:rPr lang="es-CL" smtClean="0"/>
              <a:t>08-06-2026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9AF51-CF7C-49AE-B3C9-09CE66E4D87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275742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263AB-B9F4-4D24-A8FB-B975F901C5DE}" type="datetimeFigureOut">
              <a:rPr lang="es-CL" smtClean="0"/>
              <a:t>08-06-2026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9AF51-CF7C-49AE-B3C9-09CE66E4D87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77742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C263AB-B9F4-4D24-A8FB-B975F901C5DE}" type="datetimeFigureOut">
              <a:rPr lang="es-CL" smtClean="0"/>
              <a:t>08-06-2026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B9AF51-CF7C-49AE-B3C9-09CE66E4D87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50865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  <p:sldLayoutId id="2147483784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39120B-2AF4-4E1A-9459-63E96D1CF0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445" y="1122363"/>
            <a:ext cx="11130116" cy="2387600"/>
          </a:xfrm>
        </p:spPr>
        <p:txBody>
          <a:bodyPr>
            <a:normAutofit fontScale="90000"/>
          </a:bodyPr>
          <a:lstStyle/>
          <a:p>
            <a:r>
              <a:rPr lang="es-CL" dirty="0"/>
              <a:t>Presentación Proyecto APT</a:t>
            </a:r>
            <a:br>
              <a:rPr lang="es-CL" dirty="0"/>
            </a:br>
            <a:r>
              <a:rPr lang="es-CL" dirty="0"/>
              <a:t>XP Inventory</a:t>
            </a:r>
            <a:br>
              <a:rPr lang="es-CL" dirty="0"/>
            </a:br>
            <a:br>
              <a:rPr lang="es-CL" dirty="0"/>
            </a:b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33F04C4-9AD4-511D-1BB1-9FBDE26337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9342" y="4182141"/>
            <a:ext cx="2929839" cy="1655762"/>
          </a:xfrm>
        </p:spPr>
        <p:txBody>
          <a:bodyPr>
            <a:normAutofit fontScale="62500" lnSpcReduction="20000"/>
          </a:bodyPr>
          <a:lstStyle/>
          <a:p>
            <a:r>
              <a:rPr lang="es-CL" sz="6200" b="1" dirty="0">
                <a:effectLst/>
              </a:rPr>
              <a:t>Integrante</a:t>
            </a:r>
            <a:r>
              <a:rPr lang="es-CL" sz="6200" dirty="0">
                <a:effectLst/>
              </a:rPr>
              <a:t>:</a:t>
            </a:r>
            <a:br>
              <a:rPr lang="es-CL" sz="6200" dirty="0">
                <a:effectLst/>
              </a:rPr>
            </a:br>
            <a:r>
              <a:rPr lang="es-CL" sz="3600" dirty="0">
                <a:effectLst/>
              </a:rPr>
              <a:t>- Vicente Vargas</a:t>
            </a:r>
          </a:p>
          <a:p>
            <a:br>
              <a:rPr lang="es-CL" dirty="0"/>
            </a:br>
            <a:endParaRPr lang="es-CL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ECCEA75E-6559-9779-5541-44021F4DF219}"/>
              </a:ext>
            </a:extLst>
          </p:cNvPr>
          <p:cNvSpPr txBox="1">
            <a:spLocks/>
          </p:cNvSpPr>
          <p:nvPr/>
        </p:nvSpPr>
        <p:spPr>
          <a:xfrm>
            <a:off x="4761458" y="4182141"/>
            <a:ext cx="2929839" cy="1655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s-CL" sz="3600" b="1" dirty="0">
                <a:effectLst/>
              </a:rPr>
              <a:t>Fecha</a:t>
            </a:r>
            <a:r>
              <a:rPr lang="es-CL" sz="3600" dirty="0">
                <a:effectLst/>
              </a:rPr>
              <a:t>: 08/06/2026</a:t>
            </a:r>
            <a:br>
              <a:rPr lang="es-CL" sz="3600" dirty="0">
                <a:effectLst/>
              </a:rPr>
            </a:br>
            <a:br>
              <a:rPr lang="es-CL" sz="3600" dirty="0">
                <a:effectLst/>
              </a:rPr>
            </a:br>
            <a:endParaRPr lang="es-CL" sz="3600" dirty="0">
              <a:effectLst/>
            </a:endParaRPr>
          </a:p>
          <a:p>
            <a:r>
              <a:rPr lang="es-CL" sz="3600" b="1">
                <a:effectLst/>
              </a:rPr>
              <a:t>Docente</a:t>
            </a:r>
            <a:r>
              <a:rPr lang="es-CL" sz="3600">
                <a:effectLst/>
              </a:rPr>
              <a:t>: Karla Marilyn</a:t>
            </a:r>
            <a:br>
              <a:rPr lang="es-CL" dirty="0"/>
            </a:b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95868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D483D4-30CA-D192-6CC7-E17502455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Problema o situación abordada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C29473-DEFE-31AF-127F-D7D4F4F65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El problema surge de la necesidad de mejorar la gestión y organización de videojuegos, tanto en pequeñas tiendas como en colecciones personales. La falta de herramientas simples y eficientes para controlar inventarios y bibliotecas de juegos puede generar desorden y perdida de información. Por ello, se desarrollo una aplicación web que facilitara la administración y exploración de videojuegos de manera organizada</a:t>
            </a:r>
          </a:p>
        </p:txBody>
      </p:sp>
    </p:spTree>
    <p:extLst>
      <p:ext uri="{BB962C8B-B14F-4D97-AF65-F5344CB8AC3E}">
        <p14:creationId xmlns:p14="http://schemas.microsoft.com/office/powerpoint/2010/main" val="1707867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54FDB4-2077-7669-E3D5-29377E806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Objetivo general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B500A9-9CBC-B2C8-0C9B-DB86FB00B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727095"/>
            <a:ext cx="10353762" cy="48341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dirty="0"/>
              <a:t>Objetivo general:</a:t>
            </a:r>
          </a:p>
          <a:p>
            <a:pPr marL="0" indent="0">
              <a:buNone/>
            </a:pPr>
            <a:r>
              <a:rPr lang="es-CL" dirty="0"/>
              <a:t>Desarrollar una aplicación web que permita gestionar, explorar y organizar información relacionada con videojuegos.</a:t>
            </a:r>
          </a:p>
          <a:p>
            <a:pPr marL="0" indent="0">
              <a:buNone/>
            </a:pPr>
            <a:endParaRPr lang="es-CL" dirty="0"/>
          </a:p>
          <a:p>
            <a:pPr marL="0" indent="0">
              <a:buNone/>
            </a:pPr>
            <a:r>
              <a:rPr lang="es-CL" dirty="0"/>
              <a:t>Objetivos específicos:</a:t>
            </a:r>
          </a:p>
          <a:p>
            <a:pPr marL="0" indent="0">
              <a:buNone/>
            </a:pPr>
            <a:r>
              <a:rPr lang="es-CL" dirty="0"/>
              <a:t>Implementar un sistema de autenticación de usuarios.</a:t>
            </a:r>
          </a:p>
          <a:p>
            <a:pPr marL="0" indent="0">
              <a:buNone/>
            </a:pPr>
            <a:r>
              <a:rPr lang="es-CL" dirty="0"/>
              <a:t>Permitir la gestión de videojuegos mediante operaciones CRUD.</a:t>
            </a:r>
          </a:p>
          <a:p>
            <a:pPr marL="0" indent="0">
              <a:buNone/>
            </a:pPr>
            <a:r>
              <a:rPr lang="es-CL" dirty="0"/>
              <a:t>Incorporar un sistema de favoritos y listas personalizadas.</a:t>
            </a:r>
          </a:p>
          <a:p>
            <a:pPr marL="0" indent="0">
              <a:buNone/>
            </a:pPr>
            <a:r>
              <a:rPr lang="es-CL" dirty="0"/>
              <a:t>Implementar reseñas y valoraciones de videojuegos.</a:t>
            </a:r>
          </a:p>
          <a:p>
            <a:pPr marL="0" indent="0">
              <a:buNone/>
            </a:pPr>
            <a:r>
              <a:rPr lang="es-CL" dirty="0"/>
              <a:t>Facilitar la búsqueda y exploración de contenido.</a:t>
            </a:r>
          </a:p>
          <a:p>
            <a:pPr marL="0" indent="0">
              <a:buNone/>
            </a:pPr>
            <a:endParaRPr lang="es-CL" dirty="0"/>
          </a:p>
          <a:p>
            <a:pPr marL="0" indent="0">
              <a:buNone/>
            </a:pPr>
            <a:endParaRPr lang="es-CL" dirty="0"/>
          </a:p>
          <a:p>
            <a:pPr marL="0" indent="0">
              <a:buNone/>
            </a:pP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33634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4C7543-CF65-3181-9DA5-B44AD7F13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Metodología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8D3E56-63E3-2D6A-71B7-6F8D2C1FE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L" dirty="0"/>
              <a:t>Para el desarrollo del proyecto se utilizo una metodología ágil basada en Kanban</a:t>
            </a:r>
          </a:p>
          <a:p>
            <a:endParaRPr lang="es-CL" dirty="0"/>
          </a:p>
          <a:p>
            <a:pPr marL="0" indent="0">
              <a:buNone/>
            </a:pPr>
            <a:r>
              <a:rPr lang="es-CL" dirty="0"/>
              <a:t>Esta  metodología permitió organizar las tareas en etapas de trabajo, visualizar el avance del proyecto y realizar mejoras continuas durante el desarrollo, facilitando el cumplimiento de los objetivos establecidos.</a:t>
            </a:r>
          </a:p>
        </p:txBody>
      </p:sp>
    </p:spTree>
    <p:extLst>
      <p:ext uri="{BB962C8B-B14F-4D97-AF65-F5344CB8AC3E}">
        <p14:creationId xmlns:p14="http://schemas.microsoft.com/office/powerpoint/2010/main" val="4117022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F54CAB-DD9C-0175-6C97-DE0DB6024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Arquitectura de la solución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0B7FE0-6A1B-7AA9-031A-92A593DFB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L" dirty="0"/>
              <a:t>El proyecto fue desarrollado utilizando las siguientes tecnologías:</a:t>
            </a:r>
          </a:p>
          <a:p>
            <a:pPr marL="0" indent="0">
              <a:buNone/>
            </a:pPr>
            <a:r>
              <a:rPr lang="es-CL" dirty="0"/>
              <a:t>Python como lenguaje principal.</a:t>
            </a:r>
          </a:p>
          <a:p>
            <a:pPr marL="0" indent="0">
              <a:buNone/>
            </a:pPr>
            <a:r>
              <a:rPr lang="es-CL" dirty="0"/>
              <a:t>Django como Framework backend.</a:t>
            </a:r>
          </a:p>
          <a:p>
            <a:pPr marL="0" indent="0">
              <a:buNone/>
            </a:pPr>
            <a:r>
              <a:rPr lang="es-CL" dirty="0"/>
              <a:t>SQLite como sistema de base de datos.</a:t>
            </a:r>
          </a:p>
          <a:p>
            <a:pPr marL="0" indent="0">
              <a:buNone/>
            </a:pPr>
            <a:r>
              <a:rPr lang="es-CL" dirty="0"/>
              <a:t>HTML, CSS y Bootstrap para interfaz de usuario.</a:t>
            </a:r>
          </a:p>
          <a:p>
            <a:pPr marL="0" indent="0">
              <a:buNone/>
            </a:pPr>
            <a:r>
              <a:rPr lang="es-CL" dirty="0"/>
              <a:t>JavaScript para funcionalidades dinámicas como el buscador de videojuegos.</a:t>
            </a:r>
          </a:p>
          <a:p>
            <a:pPr marL="0" indent="0">
              <a:buNone/>
            </a:pPr>
            <a:endParaRPr lang="es-CL" dirty="0"/>
          </a:p>
          <a:p>
            <a:pPr marL="0" indent="0">
              <a:buNone/>
            </a:pP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31092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BF15B2-EA73-AB6E-0081-8E3204DDA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Resultado e impacto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A2CF3C-181B-5980-ED2E-EDF1A11DB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Como resultado se obtuvo una plataforma funcional que permite a los usuarios registrarse, iniciar sesión, gestionar favoritos, crear listas personalizadas, publicar reseñas y explorar una biblioteca de videojuegos.</a:t>
            </a:r>
          </a:p>
          <a:p>
            <a:r>
              <a:rPr lang="es-CL" dirty="0"/>
              <a:t>La solución aporta una herramienta centralizada para organizar información de videojuegos y mejor la experiencia de los usuarios mediante funcionalidades modernas y fáciles de utilizar.</a:t>
            </a:r>
          </a:p>
        </p:txBody>
      </p:sp>
    </p:spTree>
    <p:extLst>
      <p:ext uri="{BB962C8B-B14F-4D97-AF65-F5344CB8AC3E}">
        <p14:creationId xmlns:p14="http://schemas.microsoft.com/office/powerpoint/2010/main" val="3964524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EA4240-0422-6198-EE75-6DE00E8E1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cierre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DD6402-8BC2-0FF8-CF6E-E6B56013C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Este proyecto permitió aplicar conocimiento de desarrollo web, bases de datos y metodologías agiles en un entorno real.</a:t>
            </a:r>
          </a:p>
        </p:txBody>
      </p:sp>
    </p:spTree>
    <p:extLst>
      <p:ext uri="{BB962C8B-B14F-4D97-AF65-F5344CB8AC3E}">
        <p14:creationId xmlns:p14="http://schemas.microsoft.com/office/powerpoint/2010/main" val="4651306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Damasco</Template>
  <TotalTime>50</TotalTime>
  <Words>339</Words>
  <Application>Microsoft Office PowerPoint</Application>
  <PresentationFormat>Panorámica</PresentationFormat>
  <Paragraphs>34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Bookman Old Style</vt:lpstr>
      <vt:lpstr>Rockwell</vt:lpstr>
      <vt:lpstr>Damask</vt:lpstr>
      <vt:lpstr>Presentación Proyecto APT XP Inventory  </vt:lpstr>
      <vt:lpstr>Problema o situación abordada</vt:lpstr>
      <vt:lpstr>Objetivo general</vt:lpstr>
      <vt:lpstr>Metodología</vt:lpstr>
      <vt:lpstr>Arquitectura de la solución</vt:lpstr>
      <vt:lpstr>Resultado e impacto</vt:lpstr>
      <vt:lpstr>cierre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Vicente Vargas</dc:creator>
  <cp:lastModifiedBy>Vicente Vargas</cp:lastModifiedBy>
  <cp:revision>1</cp:revision>
  <dcterms:created xsi:type="dcterms:W3CDTF">2026-06-07T03:31:52Z</dcterms:created>
  <dcterms:modified xsi:type="dcterms:W3CDTF">2026-06-08T07:01:04Z</dcterms:modified>
</cp:coreProperties>
</file>