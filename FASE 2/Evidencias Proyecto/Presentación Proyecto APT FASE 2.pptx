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7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cente Vargas" userId="c61a9f73193c7e5d" providerId="LiveId" clId="{DEC01DA5-8198-47DF-AE35-8D6A85D15581}"/>
    <pc:docChg chg="custSel modSld">
      <pc:chgData name="Vicente Vargas" userId="c61a9f73193c7e5d" providerId="LiveId" clId="{DEC01DA5-8198-47DF-AE35-8D6A85D15581}" dt="2026-06-08T01:39:42.138" v="2" actId="313"/>
      <pc:docMkLst>
        <pc:docMk/>
      </pc:docMkLst>
      <pc:sldChg chg="modSp mod">
        <pc:chgData name="Vicente Vargas" userId="c61a9f73193c7e5d" providerId="LiveId" clId="{DEC01DA5-8198-47DF-AE35-8D6A85D15581}" dt="2026-06-08T01:32:28.573" v="1" actId="27636"/>
        <pc:sldMkLst>
          <pc:docMk/>
          <pc:sldMk cId="4195868176" sldId="256"/>
        </pc:sldMkLst>
        <pc:spChg chg="mod">
          <ac:chgData name="Vicente Vargas" userId="c61a9f73193c7e5d" providerId="LiveId" clId="{DEC01DA5-8198-47DF-AE35-8D6A85D15581}" dt="2026-06-08T01:32:28.573" v="1" actId="27636"/>
          <ac:spMkLst>
            <pc:docMk/>
            <pc:sldMk cId="4195868176" sldId="256"/>
            <ac:spMk id="3" creationId="{B33F04C4-9AD4-511D-1BB1-9FBDE2633733}"/>
          </ac:spMkLst>
        </pc:spChg>
      </pc:sldChg>
      <pc:sldChg chg="modSp mod">
        <pc:chgData name="Vicente Vargas" userId="c61a9f73193c7e5d" providerId="LiveId" clId="{DEC01DA5-8198-47DF-AE35-8D6A85D15581}" dt="2026-06-08T01:39:42.138" v="2" actId="313"/>
        <pc:sldMkLst>
          <pc:docMk/>
          <pc:sldMk cId="631092976" sldId="260"/>
        </pc:sldMkLst>
        <pc:spChg chg="mod">
          <ac:chgData name="Vicente Vargas" userId="c61a9f73193c7e5d" providerId="LiveId" clId="{DEC01DA5-8198-47DF-AE35-8D6A85D15581}" dt="2026-06-08T01:39:42.138" v="2" actId="313"/>
          <ac:spMkLst>
            <pc:docMk/>
            <pc:sldMk cId="631092976" sldId="260"/>
            <ac:spMk id="2" creationId="{97F54CAB-DD9C-0175-6C97-DE0DB6024A49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5269" y="1122363"/>
            <a:ext cx="9001462" cy="2387600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5269" y="3602038"/>
            <a:ext cx="9001462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263AB-B9F4-4D24-A8FB-B975F901C5DE}" type="datetimeFigureOut">
              <a:rPr lang="es-CL" smtClean="0"/>
              <a:t>07-06-2026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9AF51-CF7C-49AE-B3C9-09CE66E4D876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456243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263AB-B9F4-4D24-A8FB-B975F901C5DE}" type="datetimeFigureOut">
              <a:rPr lang="es-CL" smtClean="0"/>
              <a:t>07-06-2026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9AF51-CF7C-49AE-B3C9-09CE66E4D876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5068276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9244" y="657226"/>
            <a:ext cx="9733512" cy="2852737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9244" y="3602038"/>
            <a:ext cx="9733512" cy="150018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263AB-B9F4-4D24-A8FB-B975F901C5DE}" type="datetimeFigureOut">
              <a:rPr lang="es-CL" smtClean="0"/>
              <a:t>07-06-2026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9AF51-CF7C-49AE-B3C9-09CE66E4D876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047565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88319"/>
            <a:ext cx="5106004" cy="3702881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403" y="2088319"/>
            <a:ext cx="5094154" cy="3702881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263AB-B9F4-4D24-A8FB-B975F901C5DE}" type="datetimeFigureOut">
              <a:rPr lang="es-CL" smtClean="0"/>
              <a:t>07-06-2026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9AF51-CF7C-49AE-B3C9-09CE66E4D876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5734771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804" y="2088320"/>
            <a:ext cx="4879199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3795" y="2912232"/>
            <a:ext cx="5107208" cy="287896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2003" y="2088320"/>
            <a:ext cx="4865554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912232"/>
            <a:ext cx="5095357" cy="287896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263AB-B9F4-4D24-A8FB-B975F901C5DE}" type="datetimeFigureOut">
              <a:rPr lang="es-CL" smtClean="0"/>
              <a:t>07-06-2026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9AF51-CF7C-49AE-B3C9-09CE66E4D876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5812068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263AB-B9F4-4D24-A8FB-B975F901C5DE}" type="datetimeFigureOut">
              <a:rPr lang="es-CL" smtClean="0"/>
              <a:t>07-06-2026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9AF51-CF7C-49AE-B3C9-09CE66E4D876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1611861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263AB-B9F4-4D24-A8FB-B975F901C5DE}" type="datetimeFigureOut">
              <a:rPr lang="es-CL" smtClean="0"/>
              <a:t>07-06-2026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9AF51-CF7C-49AE-B3C9-09CE66E4D876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5351701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8" y="609600"/>
            <a:ext cx="3932237" cy="2362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8064" y="609600"/>
            <a:ext cx="6189492" cy="5181600"/>
          </a:xfrm>
        </p:spPr>
        <p:txBody>
          <a:bodyPr anchor="ctr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228" y="2971800"/>
            <a:ext cx="3932237" cy="2819399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263AB-B9F4-4D24-A8FB-B975F901C5DE}" type="datetimeFigureOut">
              <a:rPr lang="es-CL" smtClean="0"/>
              <a:t>07-06-2026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9AF51-CF7C-49AE-B3C9-09CE66E4D876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659597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7" y="609600"/>
            <a:ext cx="5929773" cy="2362200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4" y="758881"/>
            <a:ext cx="3255356" cy="4883038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971800"/>
            <a:ext cx="5934950" cy="28194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263AB-B9F4-4D24-A8FB-B975F901C5DE}" type="datetimeFigureOut">
              <a:rPr lang="es-CL" smtClean="0"/>
              <a:t>07-06-2026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9AF51-CF7C-49AE-B3C9-09CE66E4D876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5525033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289372"/>
            <a:ext cx="10367564" cy="819355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3806" y="621321"/>
            <a:ext cx="10367564" cy="3379735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65998" cy="682472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263AB-B9F4-4D24-A8FB-B975F901C5DE}" type="datetimeFigureOut">
              <a:rPr lang="es-CL" smtClean="0"/>
              <a:t>07-06-2026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9AF51-CF7C-49AE-B3C9-09CE66E4D876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710331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3424859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4204820"/>
            <a:ext cx="10353761" cy="159218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263AB-B9F4-4D24-A8FB-B975F901C5DE}" type="datetimeFigureOut">
              <a:rPr lang="es-CL" smtClean="0"/>
              <a:t>07-06-2026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9AF51-CF7C-49AE-B3C9-09CE66E4D876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6978925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426812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04821"/>
            <a:ext cx="10353762" cy="15863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263AB-B9F4-4D24-A8FB-B975F901C5DE}" type="datetimeFigureOut">
              <a:rPr lang="es-CL" smtClean="0"/>
              <a:t>07-06-2026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9AF51-CF7C-49AE-B3C9-09CE66E4D876}" type="slidenum">
              <a:rPr lang="es-CL" smtClean="0"/>
              <a:t>‹Nº›</a:t>
            </a:fld>
            <a:endParaRPr lang="es-CL"/>
          </a:p>
        </p:txBody>
      </p:sp>
      <p:sp>
        <p:nvSpPr>
          <p:cNvPr id="11" name="TextBox 10"/>
          <p:cNvSpPr txBox="1"/>
          <p:nvPr/>
        </p:nvSpPr>
        <p:spPr>
          <a:xfrm>
            <a:off x="836612" y="73524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7956" y="297209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5409608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2126942"/>
            <a:ext cx="10355327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650556"/>
            <a:ext cx="10353763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263AB-B9F4-4D24-A8FB-B975F901C5DE}" type="datetimeFigureOut">
              <a:rPr lang="es-CL" smtClean="0"/>
              <a:t>07-06-2026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9AF51-CF7C-49AE-B3C9-09CE66E4D876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587087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2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4" y="2088319"/>
            <a:ext cx="3298956" cy="8233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4" y="2911624"/>
            <a:ext cx="3298956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4878" y="2088320"/>
            <a:ext cx="3298558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4878" y="2911624"/>
            <a:ext cx="329982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088320"/>
            <a:ext cx="3291211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6346" y="2911624"/>
            <a:ext cx="329121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263AB-B9F4-4D24-A8FB-B975F901C5DE}" type="datetimeFigureOut">
              <a:rPr lang="es-CL" smtClean="0"/>
              <a:t>07-06-2026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9AF51-CF7C-49AE-B3C9-09CE66E4D876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69204090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4195899"/>
            <a:ext cx="3298955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92020" y="2298987"/>
            <a:ext cx="2940050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772161"/>
            <a:ext cx="3298955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01" y="4195899"/>
            <a:ext cx="3298983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98987"/>
            <a:ext cx="2930525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72160"/>
            <a:ext cx="3300336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423" y="4195899"/>
            <a:ext cx="3289900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52803" y="2298987"/>
            <a:ext cx="2932113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298" y="4772161"/>
            <a:ext cx="3294258" cy="1019037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263AB-B9F4-4D24-A8FB-B975F901C5DE}" type="datetimeFigureOut">
              <a:rPr lang="es-CL" smtClean="0"/>
              <a:t>07-06-2026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9AF51-CF7C-49AE-B3C9-09CE66E4D876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168091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263AB-B9F4-4D24-A8FB-B975F901C5DE}" type="datetimeFigureOut">
              <a:rPr lang="es-CL" smtClean="0"/>
              <a:t>07-06-2026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9AF51-CF7C-49AE-B3C9-09CE66E4D876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2757421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599"/>
            <a:ext cx="254265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4" y="609599"/>
            <a:ext cx="7658705" cy="5181601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263AB-B9F4-4D24-A8FB-B975F901C5DE}" type="datetimeFigureOut">
              <a:rPr lang="es-CL" smtClean="0"/>
              <a:t>07-06-2026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9AF51-CF7C-49AE-B3C9-09CE66E4D876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777427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96064"/>
            <a:ext cx="10353762" cy="3695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C263AB-B9F4-4D24-A8FB-B975F901C5DE}" type="datetimeFigureOut">
              <a:rPr lang="es-CL" smtClean="0"/>
              <a:t>07-06-2026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4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B9AF51-CF7C-49AE-B3C9-09CE66E4D876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14508652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8" r:id="rId1"/>
    <p:sldLayoutId id="2147483769" r:id="rId2"/>
    <p:sldLayoutId id="2147483770" r:id="rId3"/>
    <p:sldLayoutId id="2147483771" r:id="rId4"/>
    <p:sldLayoutId id="2147483772" r:id="rId5"/>
    <p:sldLayoutId id="2147483773" r:id="rId6"/>
    <p:sldLayoutId id="2147483774" r:id="rId7"/>
    <p:sldLayoutId id="2147483775" r:id="rId8"/>
    <p:sldLayoutId id="2147483776" r:id="rId9"/>
    <p:sldLayoutId id="2147483777" r:id="rId10"/>
    <p:sldLayoutId id="2147483778" r:id="rId11"/>
    <p:sldLayoutId id="2147483779" r:id="rId12"/>
    <p:sldLayoutId id="2147483780" r:id="rId13"/>
    <p:sldLayoutId id="2147483781" r:id="rId14"/>
    <p:sldLayoutId id="2147483782" r:id="rId15"/>
    <p:sldLayoutId id="2147483783" r:id="rId16"/>
    <p:sldLayoutId id="2147483784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39120B-2AF4-4E1A-9459-63E96D1CF0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445" y="1122363"/>
            <a:ext cx="11130116" cy="2387600"/>
          </a:xfrm>
        </p:spPr>
        <p:txBody>
          <a:bodyPr>
            <a:normAutofit fontScale="90000"/>
          </a:bodyPr>
          <a:lstStyle/>
          <a:p>
            <a:r>
              <a:rPr lang="es-CL" dirty="0"/>
              <a:t>Presentación Proyecto APT</a:t>
            </a:r>
            <a:br>
              <a:rPr lang="es-CL" dirty="0"/>
            </a:br>
            <a:r>
              <a:rPr lang="es-CL" dirty="0"/>
              <a:t>XP Inventory</a:t>
            </a:r>
            <a:br>
              <a:rPr lang="es-CL" dirty="0"/>
            </a:br>
            <a:br>
              <a:rPr lang="es-CL" dirty="0"/>
            </a:br>
            <a:endParaRPr lang="es-CL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33F04C4-9AD4-511D-1BB1-9FBDE26337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09342" y="4182141"/>
            <a:ext cx="2929839" cy="1655762"/>
          </a:xfrm>
        </p:spPr>
        <p:txBody>
          <a:bodyPr>
            <a:normAutofit fontScale="62500" lnSpcReduction="20000"/>
          </a:bodyPr>
          <a:lstStyle/>
          <a:p>
            <a:r>
              <a:rPr lang="es-CL" sz="6200" b="1" dirty="0">
                <a:effectLst/>
              </a:rPr>
              <a:t>Integrante</a:t>
            </a:r>
            <a:r>
              <a:rPr lang="es-CL" sz="6200" dirty="0">
                <a:effectLst/>
              </a:rPr>
              <a:t>:</a:t>
            </a:r>
            <a:br>
              <a:rPr lang="es-CL" sz="6200" dirty="0">
                <a:effectLst/>
              </a:rPr>
            </a:br>
            <a:r>
              <a:rPr lang="es-CL" sz="3600" dirty="0">
                <a:effectLst/>
              </a:rPr>
              <a:t>- Vicente Vargas</a:t>
            </a:r>
          </a:p>
          <a:p>
            <a:br>
              <a:rPr lang="es-CL" dirty="0"/>
            </a:br>
            <a:endParaRPr lang="es-CL" dirty="0"/>
          </a:p>
        </p:txBody>
      </p:sp>
      <p:sp>
        <p:nvSpPr>
          <p:cNvPr id="4" name="Subtítulo 2">
            <a:extLst>
              <a:ext uri="{FF2B5EF4-FFF2-40B4-BE49-F238E27FC236}">
                <a16:creationId xmlns:a16="http://schemas.microsoft.com/office/drawing/2014/main" id="{ECCEA75E-6559-9779-5541-44021F4DF219}"/>
              </a:ext>
            </a:extLst>
          </p:cNvPr>
          <p:cNvSpPr txBox="1">
            <a:spLocks/>
          </p:cNvSpPr>
          <p:nvPr/>
        </p:nvSpPr>
        <p:spPr>
          <a:xfrm>
            <a:off x="4761458" y="4182141"/>
            <a:ext cx="2929839" cy="1655762"/>
          </a:xfrm>
          <a:prstGeom prst="rect">
            <a:avLst/>
          </a:prstGeom>
        </p:spPr>
        <p:txBody>
          <a:bodyPr vert="horz" lIns="91440" tIns="45720" rIns="91440" bIns="45720" rtlCol="0">
            <a:normAutofit fontScale="55000" lnSpcReduction="20000"/>
          </a:bodyPr>
          <a:lstStyle>
            <a:lvl1pPr marL="0" indent="0" algn="ctr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s-CL" sz="3600" b="1" dirty="0">
                <a:effectLst/>
              </a:rPr>
              <a:t>Fecha</a:t>
            </a:r>
            <a:r>
              <a:rPr lang="es-CL" sz="3600" dirty="0">
                <a:effectLst/>
              </a:rPr>
              <a:t>: 08/06/2026</a:t>
            </a:r>
            <a:br>
              <a:rPr lang="es-CL" sz="3600" dirty="0">
                <a:effectLst/>
              </a:rPr>
            </a:br>
            <a:br>
              <a:rPr lang="es-CL" sz="3600" dirty="0">
                <a:effectLst/>
              </a:rPr>
            </a:br>
            <a:endParaRPr lang="es-CL" sz="3600" dirty="0">
              <a:effectLst/>
            </a:endParaRPr>
          </a:p>
          <a:p>
            <a:r>
              <a:rPr lang="es-CL" sz="3600" b="1" dirty="0">
                <a:effectLst/>
              </a:rPr>
              <a:t>Docente</a:t>
            </a:r>
            <a:r>
              <a:rPr lang="es-CL" sz="3600" dirty="0">
                <a:effectLst/>
              </a:rPr>
              <a:t>:</a:t>
            </a:r>
            <a:br>
              <a:rPr lang="es-CL" dirty="0"/>
            </a:b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41958681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D483D4-30CA-D192-6CC7-E175024555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Problema o situación abordada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7C29473-DEFE-31AF-127F-D7D4F4F656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L" dirty="0"/>
              <a:t>El problema surge de la necesidad de mejorar la gestión y organización de videojuegos, tanto en pequeñas tiendas como en colecciones personales. La falta de herramientas simples y eficientes para controlar inventarios y bibliotecas de juegos puede generar desorden y perdida de información. Por ello, se desarrollo una aplicación web que facilitara la administración y exploración de videojuegos de manera organizada</a:t>
            </a:r>
          </a:p>
        </p:txBody>
      </p:sp>
    </p:spTree>
    <p:extLst>
      <p:ext uri="{BB962C8B-B14F-4D97-AF65-F5344CB8AC3E}">
        <p14:creationId xmlns:p14="http://schemas.microsoft.com/office/powerpoint/2010/main" val="17078671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754FDB4-2077-7669-E3D5-29377E806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Objetivo general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2B500A9-9CBC-B2C8-0C9B-DB86FB00B8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727095"/>
            <a:ext cx="10353762" cy="48341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CL" dirty="0"/>
              <a:t>Objetivo general:</a:t>
            </a:r>
          </a:p>
          <a:p>
            <a:pPr marL="0" indent="0">
              <a:buNone/>
            </a:pPr>
            <a:r>
              <a:rPr lang="es-CL" dirty="0"/>
              <a:t>Desarrollar una aplicación web que permita gestionar, explorar y organizar información relacionada con videojuegos.</a:t>
            </a:r>
          </a:p>
          <a:p>
            <a:pPr marL="0" indent="0">
              <a:buNone/>
            </a:pPr>
            <a:endParaRPr lang="es-CL" dirty="0"/>
          </a:p>
          <a:p>
            <a:pPr marL="0" indent="0">
              <a:buNone/>
            </a:pPr>
            <a:r>
              <a:rPr lang="es-CL" dirty="0"/>
              <a:t>Objetivos específicos:</a:t>
            </a:r>
          </a:p>
          <a:p>
            <a:pPr marL="0" indent="0">
              <a:buNone/>
            </a:pPr>
            <a:r>
              <a:rPr lang="es-CL" dirty="0"/>
              <a:t>Implementar un sistema de autenticación de usuarios.</a:t>
            </a:r>
          </a:p>
          <a:p>
            <a:pPr marL="0" indent="0">
              <a:buNone/>
            </a:pPr>
            <a:r>
              <a:rPr lang="es-CL" dirty="0"/>
              <a:t>Permitir la gestión de videojuegos mediante operaciones CRUD.</a:t>
            </a:r>
          </a:p>
          <a:p>
            <a:pPr marL="0" indent="0">
              <a:buNone/>
            </a:pPr>
            <a:r>
              <a:rPr lang="es-CL" dirty="0"/>
              <a:t>Incorporar un sistema de favoritos y listas personalizadas.</a:t>
            </a:r>
          </a:p>
          <a:p>
            <a:pPr marL="0" indent="0">
              <a:buNone/>
            </a:pPr>
            <a:r>
              <a:rPr lang="es-CL" dirty="0"/>
              <a:t>Implementar reseñas y valoraciones de videojuegos.</a:t>
            </a:r>
          </a:p>
          <a:p>
            <a:pPr marL="0" indent="0">
              <a:buNone/>
            </a:pPr>
            <a:r>
              <a:rPr lang="es-CL" dirty="0"/>
              <a:t>Facilitar la búsqueda y exploración de contenido.</a:t>
            </a:r>
          </a:p>
          <a:p>
            <a:pPr marL="0" indent="0">
              <a:buNone/>
            </a:pPr>
            <a:endParaRPr lang="es-CL" dirty="0"/>
          </a:p>
          <a:p>
            <a:pPr marL="0" indent="0">
              <a:buNone/>
            </a:pPr>
            <a:endParaRPr lang="es-CL" dirty="0"/>
          </a:p>
          <a:p>
            <a:pPr marL="0" indent="0">
              <a:buNone/>
            </a:pP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32336344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4C7543-CF65-3181-9DA5-B44AD7F13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Metodología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B8D3E56-63E3-2D6A-71B7-6F8D2C1FEC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CL" dirty="0"/>
              <a:t>Para el desarrollo del proyecto se utilizo una metodología ágil basada en Kanban</a:t>
            </a:r>
          </a:p>
          <a:p>
            <a:endParaRPr lang="es-CL" dirty="0"/>
          </a:p>
          <a:p>
            <a:pPr marL="0" indent="0">
              <a:buNone/>
            </a:pPr>
            <a:r>
              <a:rPr lang="es-CL" dirty="0"/>
              <a:t>Esta  metodología permitió organizar las tareas en etapas de trabajo, visualizar el avance del proyecto y realizar mejoras continuas durante el desarrollo, facilitando el cumplimiento de los objetivos establecidos.</a:t>
            </a:r>
          </a:p>
        </p:txBody>
      </p:sp>
    </p:spTree>
    <p:extLst>
      <p:ext uri="{BB962C8B-B14F-4D97-AF65-F5344CB8AC3E}">
        <p14:creationId xmlns:p14="http://schemas.microsoft.com/office/powerpoint/2010/main" val="41170223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F54CAB-DD9C-0175-6C97-DE0DB6024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Arquitectura de la solución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B0B7FE0-6A1B-7AA9-031A-92A593DFB4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CL" dirty="0"/>
              <a:t>El proyecto fue desarrollado utilizando las siguientes tecnologías:</a:t>
            </a:r>
          </a:p>
          <a:p>
            <a:pPr marL="0" indent="0">
              <a:buNone/>
            </a:pPr>
            <a:r>
              <a:rPr lang="es-CL" dirty="0"/>
              <a:t>Python como lenguaje principal.</a:t>
            </a:r>
          </a:p>
          <a:p>
            <a:pPr marL="0" indent="0">
              <a:buNone/>
            </a:pPr>
            <a:r>
              <a:rPr lang="es-CL" dirty="0"/>
              <a:t>Django como Framework backend.</a:t>
            </a:r>
          </a:p>
          <a:p>
            <a:pPr marL="0" indent="0">
              <a:buNone/>
            </a:pPr>
            <a:r>
              <a:rPr lang="es-CL" dirty="0"/>
              <a:t>SQLite como sistema de base de datos.</a:t>
            </a:r>
          </a:p>
          <a:p>
            <a:pPr marL="0" indent="0">
              <a:buNone/>
            </a:pPr>
            <a:r>
              <a:rPr lang="es-CL" dirty="0"/>
              <a:t>HTML, CSS y Bootstrap para interfaz de usuario.</a:t>
            </a:r>
          </a:p>
          <a:p>
            <a:pPr marL="0" indent="0">
              <a:buNone/>
            </a:pPr>
            <a:r>
              <a:rPr lang="es-CL" dirty="0"/>
              <a:t>JavaScript para funcionalidades dinámicas como el buscador de videojuegos.</a:t>
            </a:r>
          </a:p>
          <a:p>
            <a:pPr marL="0" indent="0">
              <a:buNone/>
            </a:pPr>
            <a:endParaRPr lang="es-CL" dirty="0"/>
          </a:p>
          <a:p>
            <a:pPr marL="0" indent="0">
              <a:buNone/>
            </a:pP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6310929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BF15B2-EA73-AB6E-0081-8E3204DDAF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Resultado e impacto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CA2CF3C-181B-5980-ED2E-EDF1A11DB1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L" dirty="0"/>
              <a:t>Como resultado se obtuvo una plataforma funcional que permite a los usuarios registrarse, iniciar sesión, gestionar favoritos, crear listas personalizadas, publicar reseñas y explorar una biblioteca de videojuegos.</a:t>
            </a:r>
          </a:p>
          <a:p>
            <a:r>
              <a:rPr lang="es-CL" dirty="0"/>
              <a:t>La solución aporta una herramienta centralizada para organizar información de videojuegos y mejor la experiencia de los usuarios mediante funcionalidades modernas y fáciles de utilizar.</a:t>
            </a:r>
          </a:p>
        </p:txBody>
      </p:sp>
    </p:spTree>
    <p:extLst>
      <p:ext uri="{BB962C8B-B14F-4D97-AF65-F5344CB8AC3E}">
        <p14:creationId xmlns:p14="http://schemas.microsoft.com/office/powerpoint/2010/main" val="39645240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EA4240-0422-6198-EE75-6DE00E8E1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cierre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EDD6402-8BC2-0FF8-CF6E-E6B56013CD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L" dirty="0"/>
              <a:t>Este proyecto permitió aplicar conocimiento de desarrollo web, bases de datos y metodologías agiles en un entorno real.</a:t>
            </a:r>
          </a:p>
        </p:txBody>
      </p:sp>
    </p:spTree>
    <p:extLst>
      <p:ext uri="{BB962C8B-B14F-4D97-AF65-F5344CB8AC3E}">
        <p14:creationId xmlns:p14="http://schemas.microsoft.com/office/powerpoint/2010/main" val="46513067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Damask">
      <a:dk1>
        <a:sysClr val="windowText" lastClr="000000"/>
      </a:dk1>
      <a:lt1>
        <a:sysClr val="window" lastClr="FFFFFF"/>
      </a:lt1>
      <a:dk2>
        <a:srgbClr val="2A5B7F"/>
      </a:dk2>
      <a:lt2>
        <a:srgbClr val="ABDAFC"/>
      </a:lt2>
      <a:accent1>
        <a:srgbClr val="9EC544"/>
      </a:accent1>
      <a:accent2>
        <a:srgbClr val="50BEA3"/>
      </a:accent2>
      <a:accent3>
        <a:srgbClr val="4A9CCC"/>
      </a:accent3>
      <a:accent4>
        <a:srgbClr val="9A66CA"/>
      </a:accent4>
      <a:accent5>
        <a:srgbClr val="C54F71"/>
      </a:accent5>
      <a:accent6>
        <a:srgbClr val="DE9C3C"/>
      </a:accent6>
      <a:hlink>
        <a:srgbClr val="6BA9DA"/>
      </a:hlink>
      <a:folHlink>
        <a:srgbClr val="A0BCD3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mask" id="{F9A299A0-33D0-4E0F-9F3F-7163E3744208}" vid="{746EEEEA-FB6A-406B-B510-531588D5481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Damasco</Template>
  <TotalTime>48</TotalTime>
  <Words>337</Words>
  <Application>Microsoft Office PowerPoint</Application>
  <PresentationFormat>Panorámica</PresentationFormat>
  <Paragraphs>34</Paragraphs>
  <Slides>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1" baseType="lpstr">
      <vt:lpstr>Arial</vt:lpstr>
      <vt:lpstr>Bookman Old Style</vt:lpstr>
      <vt:lpstr>Rockwell</vt:lpstr>
      <vt:lpstr>Damask</vt:lpstr>
      <vt:lpstr>Presentación Proyecto APT XP Inventory  </vt:lpstr>
      <vt:lpstr>Problema o situación abordada</vt:lpstr>
      <vt:lpstr>Objetivo general</vt:lpstr>
      <vt:lpstr>Metodología</vt:lpstr>
      <vt:lpstr>Arquitectura de la solución</vt:lpstr>
      <vt:lpstr>Resultado e impacto</vt:lpstr>
      <vt:lpstr>cierre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Vicente Vargas</dc:creator>
  <cp:lastModifiedBy>Vicente Vargas</cp:lastModifiedBy>
  <cp:revision>1</cp:revision>
  <dcterms:created xsi:type="dcterms:W3CDTF">2026-06-07T03:31:52Z</dcterms:created>
  <dcterms:modified xsi:type="dcterms:W3CDTF">2026-06-08T01:39:45Z</dcterms:modified>
</cp:coreProperties>
</file>